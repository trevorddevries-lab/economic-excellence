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20"/>
  </p:normalViewPr>
  <p:slideViewPr>
    <p:cSldViewPr snapToGrid="0">
      <p:cViewPr varScale="1">
        <p:scale>
          <a:sx n="105" d="100"/>
          <a:sy n="105" d="100"/>
        </p:scale>
        <p:origin x="7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1E494E-25E6-4F7C-9B12-6D42397D68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A71CACA-3A17-44E8-832D-9B9087E7E393}">
      <dgm:prSet/>
      <dgm:spPr/>
      <dgm:t>
        <a:bodyPr/>
        <a:lstStyle/>
        <a:p>
          <a:r>
            <a:rPr lang="en-GB" b="0" i="0"/>
            <a:t>Budgeting • Mortgage • Investment • Financial Health</a:t>
          </a:r>
          <a:endParaRPr lang="en-US"/>
        </a:p>
      </dgm:t>
    </dgm:pt>
    <dgm:pt modelId="{83AD6CBE-A101-40C0-A3F6-E822E338E723}" type="parTrans" cxnId="{57BC694E-A350-4115-8D76-DEFCA2B55903}">
      <dgm:prSet/>
      <dgm:spPr/>
      <dgm:t>
        <a:bodyPr/>
        <a:lstStyle/>
        <a:p>
          <a:endParaRPr lang="en-US"/>
        </a:p>
      </dgm:t>
    </dgm:pt>
    <dgm:pt modelId="{FC9AB1A6-EC2E-4876-B640-B9878905E2D7}" type="sibTrans" cxnId="{57BC694E-A350-4115-8D76-DEFCA2B55903}">
      <dgm:prSet/>
      <dgm:spPr/>
      <dgm:t>
        <a:bodyPr/>
        <a:lstStyle/>
        <a:p>
          <a:endParaRPr lang="en-US"/>
        </a:p>
      </dgm:t>
    </dgm:pt>
    <dgm:pt modelId="{F49450A1-87B0-47C3-B236-3988863FA3B7}">
      <dgm:prSet/>
      <dgm:spPr/>
      <dgm:t>
        <a:bodyPr/>
        <a:lstStyle/>
        <a:p>
          <a:r>
            <a:rPr lang="en-GB" b="0" i="0"/>
            <a:t>Team Members: </a:t>
          </a:r>
          <a:r>
            <a:rPr lang="en-US" b="0" i="0"/>
            <a:t>Zuzanna Whitman, Leo Nelson, Trevor DeVries, Eric Johnson</a:t>
          </a:r>
          <a:endParaRPr lang="en-US"/>
        </a:p>
      </dgm:t>
    </dgm:pt>
    <dgm:pt modelId="{352AC6E3-8159-42C1-B0EE-372FF3872A61}" type="parTrans" cxnId="{A98253B7-0DBC-4A68-9FAF-023A7742980A}">
      <dgm:prSet/>
      <dgm:spPr/>
      <dgm:t>
        <a:bodyPr/>
        <a:lstStyle/>
        <a:p>
          <a:endParaRPr lang="en-US"/>
        </a:p>
      </dgm:t>
    </dgm:pt>
    <dgm:pt modelId="{2C646F30-406B-4AFE-9DD9-C6158EAED4CA}" type="sibTrans" cxnId="{A98253B7-0DBC-4A68-9FAF-023A7742980A}">
      <dgm:prSet/>
      <dgm:spPr/>
      <dgm:t>
        <a:bodyPr/>
        <a:lstStyle/>
        <a:p>
          <a:endParaRPr lang="en-US"/>
        </a:p>
      </dgm:t>
    </dgm:pt>
    <dgm:pt modelId="{604243B8-C522-4E58-AD03-948D417306CF}">
      <dgm:prSet/>
      <dgm:spPr/>
      <dgm:t>
        <a:bodyPr/>
        <a:lstStyle/>
        <a:p>
          <a:r>
            <a:rPr lang="en-GB" b="0" i="0"/>
            <a:t>Technologies: Python, Flask, HTML, APIs</a:t>
          </a:r>
          <a:endParaRPr lang="en-US"/>
        </a:p>
      </dgm:t>
    </dgm:pt>
    <dgm:pt modelId="{29153272-95F1-4146-B77F-39B3C702FA6E}" type="parTrans" cxnId="{3FB7F0F3-DCEF-49D2-BBBF-EBBE1B8475FD}">
      <dgm:prSet/>
      <dgm:spPr/>
      <dgm:t>
        <a:bodyPr/>
        <a:lstStyle/>
        <a:p>
          <a:endParaRPr lang="en-US"/>
        </a:p>
      </dgm:t>
    </dgm:pt>
    <dgm:pt modelId="{A6A7B55F-F7F0-4FDB-B78D-B03C01C02374}" type="sibTrans" cxnId="{3FB7F0F3-DCEF-49D2-BBBF-EBBE1B8475FD}">
      <dgm:prSet/>
      <dgm:spPr/>
      <dgm:t>
        <a:bodyPr/>
        <a:lstStyle/>
        <a:p>
          <a:endParaRPr lang="en-US"/>
        </a:p>
      </dgm:t>
    </dgm:pt>
    <dgm:pt modelId="{12B6E132-818B-4A02-98F1-5161BD29F290}" type="pres">
      <dgm:prSet presAssocID="{FC1E494E-25E6-4F7C-9B12-6D42397D6835}" presName="root" presStyleCnt="0">
        <dgm:presLayoutVars>
          <dgm:dir/>
          <dgm:resizeHandles val="exact"/>
        </dgm:presLayoutVars>
      </dgm:prSet>
      <dgm:spPr/>
    </dgm:pt>
    <dgm:pt modelId="{468D8AB0-A3DC-4F7E-B5E0-2544FB69FC88}" type="pres">
      <dgm:prSet presAssocID="{DA71CACA-3A17-44E8-832D-9B9087E7E393}" presName="compNode" presStyleCnt="0"/>
      <dgm:spPr/>
    </dgm:pt>
    <dgm:pt modelId="{35B36EBC-3AA3-4522-91FE-6B4BD028F6C9}" type="pres">
      <dgm:prSet presAssocID="{DA71CACA-3A17-44E8-832D-9B9087E7E393}" presName="bgRect" presStyleLbl="bgShp" presStyleIdx="0" presStyleCnt="3"/>
      <dgm:spPr/>
    </dgm:pt>
    <dgm:pt modelId="{236DAE09-54C1-4928-A54F-BFE26CF6BC2F}" type="pres">
      <dgm:prSet presAssocID="{DA71CACA-3A17-44E8-832D-9B9087E7E3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CB8B4A2-3386-4C42-8BEB-CB0AEBD351EF}" type="pres">
      <dgm:prSet presAssocID="{DA71CACA-3A17-44E8-832D-9B9087E7E393}" presName="spaceRect" presStyleCnt="0"/>
      <dgm:spPr/>
    </dgm:pt>
    <dgm:pt modelId="{50B20730-0D26-46ED-B7D7-665E556B4746}" type="pres">
      <dgm:prSet presAssocID="{DA71CACA-3A17-44E8-832D-9B9087E7E393}" presName="parTx" presStyleLbl="revTx" presStyleIdx="0" presStyleCnt="3">
        <dgm:presLayoutVars>
          <dgm:chMax val="0"/>
          <dgm:chPref val="0"/>
        </dgm:presLayoutVars>
      </dgm:prSet>
      <dgm:spPr/>
    </dgm:pt>
    <dgm:pt modelId="{68B640AD-5125-4F5D-A604-DB098A0EEA1E}" type="pres">
      <dgm:prSet presAssocID="{FC9AB1A6-EC2E-4876-B640-B9878905E2D7}" presName="sibTrans" presStyleCnt="0"/>
      <dgm:spPr/>
    </dgm:pt>
    <dgm:pt modelId="{8204C18E-2B41-4655-947B-F6FD1B401FD8}" type="pres">
      <dgm:prSet presAssocID="{F49450A1-87B0-47C3-B236-3988863FA3B7}" presName="compNode" presStyleCnt="0"/>
      <dgm:spPr/>
    </dgm:pt>
    <dgm:pt modelId="{45952BED-D881-4C29-B8AE-62548127171A}" type="pres">
      <dgm:prSet presAssocID="{F49450A1-87B0-47C3-B236-3988863FA3B7}" presName="bgRect" presStyleLbl="bgShp" presStyleIdx="1" presStyleCnt="3"/>
      <dgm:spPr/>
    </dgm:pt>
    <dgm:pt modelId="{BE4C6037-AD09-4F8C-8157-2B7F83A85F94}" type="pres">
      <dgm:prSet presAssocID="{F49450A1-87B0-47C3-B236-3988863FA3B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778958AD-84D6-4346-BCA8-3E4CD00D9F97}" type="pres">
      <dgm:prSet presAssocID="{F49450A1-87B0-47C3-B236-3988863FA3B7}" presName="spaceRect" presStyleCnt="0"/>
      <dgm:spPr/>
    </dgm:pt>
    <dgm:pt modelId="{B041B140-5164-4F2A-ACA0-B9D1724FC5F2}" type="pres">
      <dgm:prSet presAssocID="{F49450A1-87B0-47C3-B236-3988863FA3B7}" presName="parTx" presStyleLbl="revTx" presStyleIdx="1" presStyleCnt="3">
        <dgm:presLayoutVars>
          <dgm:chMax val="0"/>
          <dgm:chPref val="0"/>
        </dgm:presLayoutVars>
      </dgm:prSet>
      <dgm:spPr/>
    </dgm:pt>
    <dgm:pt modelId="{0BDE4F47-2E98-431F-905B-572469B9587F}" type="pres">
      <dgm:prSet presAssocID="{2C646F30-406B-4AFE-9DD9-C6158EAED4CA}" presName="sibTrans" presStyleCnt="0"/>
      <dgm:spPr/>
    </dgm:pt>
    <dgm:pt modelId="{7EBF565B-6BBE-4433-B14E-17B609D968AE}" type="pres">
      <dgm:prSet presAssocID="{604243B8-C522-4E58-AD03-948D417306CF}" presName="compNode" presStyleCnt="0"/>
      <dgm:spPr/>
    </dgm:pt>
    <dgm:pt modelId="{D4A42A04-9EDD-4B79-9A4E-DDD8FB3A7D35}" type="pres">
      <dgm:prSet presAssocID="{604243B8-C522-4E58-AD03-948D417306CF}" presName="bgRect" presStyleLbl="bgShp" presStyleIdx="2" presStyleCnt="3"/>
      <dgm:spPr/>
    </dgm:pt>
    <dgm:pt modelId="{3A067081-AF1F-4E52-9012-A7EEC16555AF}" type="pres">
      <dgm:prSet presAssocID="{604243B8-C522-4E58-AD03-948D417306C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AD57F9B2-68D8-4429-A6D8-E8BACA8743CB}" type="pres">
      <dgm:prSet presAssocID="{604243B8-C522-4E58-AD03-948D417306CF}" presName="spaceRect" presStyleCnt="0"/>
      <dgm:spPr/>
    </dgm:pt>
    <dgm:pt modelId="{CD1F7975-FB5C-40F2-B06F-4E380ACD3F19}" type="pres">
      <dgm:prSet presAssocID="{604243B8-C522-4E58-AD03-948D417306C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4F6480A-DC6E-492D-9F8E-D16F034F0131}" type="presOf" srcId="{DA71CACA-3A17-44E8-832D-9B9087E7E393}" destId="{50B20730-0D26-46ED-B7D7-665E556B4746}" srcOrd="0" destOrd="0" presId="urn:microsoft.com/office/officeart/2018/2/layout/IconVerticalSolidList"/>
    <dgm:cxn modelId="{44B7534C-FB80-428C-A3D3-A6DBB3D8C20C}" type="presOf" srcId="{604243B8-C522-4E58-AD03-948D417306CF}" destId="{CD1F7975-FB5C-40F2-B06F-4E380ACD3F19}" srcOrd="0" destOrd="0" presId="urn:microsoft.com/office/officeart/2018/2/layout/IconVerticalSolidList"/>
    <dgm:cxn modelId="{57BC694E-A350-4115-8D76-DEFCA2B55903}" srcId="{FC1E494E-25E6-4F7C-9B12-6D42397D6835}" destId="{DA71CACA-3A17-44E8-832D-9B9087E7E393}" srcOrd="0" destOrd="0" parTransId="{83AD6CBE-A101-40C0-A3F6-E822E338E723}" sibTransId="{FC9AB1A6-EC2E-4876-B640-B9878905E2D7}"/>
    <dgm:cxn modelId="{B9F14AB6-276B-4642-8383-9E923C0C1353}" type="presOf" srcId="{F49450A1-87B0-47C3-B236-3988863FA3B7}" destId="{B041B140-5164-4F2A-ACA0-B9D1724FC5F2}" srcOrd="0" destOrd="0" presId="urn:microsoft.com/office/officeart/2018/2/layout/IconVerticalSolidList"/>
    <dgm:cxn modelId="{A98253B7-0DBC-4A68-9FAF-023A7742980A}" srcId="{FC1E494E-25E6-4F7C-9B12-6D42397D6835}" destId="{F49450A1-87B0-47C3-B236-3988863FA3B7}" srcOrd="1" destOrd="0" parTransId="{352AC6E3-8159-42C1-B0EE-372FF3872A61}" sibTransId="{2C646F30-406B-4AFE-9DD9-C6158EAED4CA}"/>
    <dgm:cxn modelId="{70749DC6-9E9B-4DBB-B8FD-E2AA48F7911A}" type="presOf" srcId="{FC1E494E-25E6-4F7C-9B12-6D42397D6835}" destId="{12B6E132-818B-4A02-98F1-5161BD29F290}" srcOrd="0" destOrd="0" presId="urn:microsoft.com/office/officeart/2018/2/layout/IconVerticalSolidList"/>
    <dgm:cxn modelId="{3FB7F0F3-DCEF-49D2-BBBF-EBBE1B8475FD}" srcId="{FC1E494E-25E6-4F7C-9B12-6D42397D6835}" destId="{604243B8-C522-4E58-AD03-948D417306CF}" srcOrd="2" destOrd="0" parTransId="{29153272-95F1-4146-B77F-39B3C702FA6E}" sibTransId="{A6A7B55F-F7F0-4FDB-B78D-B03C01C02374}"/>
    <dgm:cxn modelId="{CDE9776B-F0AC-48A7-A05E-39602AC91D47}" type="presParOf" srcId="{12B6E132-818B-4A02-98F1-5161BD29F290}" destId="{468D8AB0-A3DC-4F7E-B5E0-2544FB69FC88}" srcOrd="0" destOrd="0" presId="urn:microsoft.com/office/officeart/2018/2/layout/IconVerticalSolidList"/>
    <dgm:cxn modelId="{40DAA468-DF51-4C91-8CE2-D38325DAFC65}" type="presParOf" srcId="{468D8AB0-A3DC-4F7E-B5E0-2544FB69FC88}" destId="{35B36EBC-3AA3-4522-91FE-6B4BD028F6C9}" srcOrd="0" destOrd="0" presId="urn:microsoft.com/office/officeart/2018/2/layout/IconVerticalSolidList"/>
    <dgm:cxn modelId="{CA0BDF79-AD26-4A16-801F-ED6B66AC5477}" type="presParOf" srcId="{468D8AB0-A3DC-4F7E-B5E0-2544FB69FC88}" destId="{236DAE09-54C1-4928-A54F-BFE26CF6BC2F}" srcOrd="1" destOrd="0" presId="urn:microsoft.com/office/officeart/2018/2/layout/IconVerticalSolidList"/>
    <dgm:cxn modelId="{F473CF59-E7D2-4855-B384-54397B143D47}" type="presParOf" srcId="{468D8AB0-A3DC-4F7E-B5E0-2544FB69FC88}" destId="{ACB8B4A2-3386-4C42-8BEB-CB0AEBD351EF}" srcOrd="2" destOrd="0" presId="urn:microsoft.com/office/officeart/2018/2/layout/IconVerticalSolidList"/>
    <dgm:cxn modelId="{E163C530-9FAE-42D0-A797-9582AFD1D219}" type="presParOf" srcId="{468D8AB0-A3DC-4F7E-B5E0-2544FB69FC88}" destId="{50B20730-0D26-46ED-B7D7-665E556B4746}" srcOrd="3" destOrd="0" presId="urn:microsoft.com/office/officeart/2018/2/layout/IconVerticalSolidList"/>
    <dgm:cxn modelId="{EB27D68E-4F5D-4BE9-AB56-034A6BD40B24}" type="presParOf" srcId="{12B6E132-818B-4A02-98F1-5161BD29F290}" destId="{68B640AD-5125-4F5D-A604-DB098A0EEA1E}" srcOrd="1" destOrd="0" presId="urn:microsoft.com/office/officeart/2018/2/layout/IconVerticalSolidList"/>
    <dgm:cxn modelId="{1C313412-A38C-4C59-9DFE-11A6796D8DB1}" type="presParOf" srcId="{12B6E132-818B-4A02-98F1-5161BD29F290}" destId="{8204C18E-2B41-4655-947B-F6FD1B401FD8}" srcOrd="2" destOrd="0" presId="urn:microsoft.com/office/officeart/2018/2/layout/IconVerticalSolidList"/>
    <dgm:cxn modelId="{DD7C0B21-782A-46B6-A124-5EDD42CC8052}" type="presParOf" srcId="{8204C18E-2B41-4655-947B-F6FD1B401FD8}" destId="{45952BED-D881-4C29-B8AE-62548127171A}" srcOrd="0" destOrd="0" presId="urn:microsoft.com/office/officeart/2018/2/layout/IconVerticalSolidList"/>
    <dgm:cxn modelId="{59F98983-2458-4CD2-97C0-A4FC4FBBACF9}" type="presParOf" srcId="{8204C18E-2B41-4655-947B-F6FD1B401FD8}" destId="{BE4C6037-AD09-4F8C-8157-2B7F83A85F94}" srcOrd="1" destOrd="0" presId="urn:microsoft.com/office/officeart/2018/2/layout/IconVerticalSolidList"/>
    <dgm:cxn modelId="{228085F7-F14B-406B-8075-36CC381D4B42}" type="presParOf" srcId="{8204C18E-2B41-4655-947B-F6FD1B401FD8}" destId="{778958AD-84D6-4346-BCA8-3E4CD00D9F97}" srcOrd="2" destOrd="0" presId="urn:microsoft.com/office/officeart/2018/2/layout/IconVerticalSolidList"/>
    <dgm:cxn modelId="{7AEFE5DC-25DE-4843-A997-F38C9B024799}" type="presParOf" srcId="{8204C18E-2B41-4655-947B-F6FD1B401FD8}" destId="{B041B140-5164-4F2A-ACA0-B9D1724FC5F2}" srcOrd="3" destOrd="0" presId="urn:microsoft.com/office/officeart/2018/2/layout/IconVerticalSolidList"/>
    <dgm:cxn modelId="{2EAAE2BF-4159-42C0-B3D3-5D34A97C592A}" type="presParOf" srcId="{12B6E132-818B-4A02-98F1-5161BD29F290}" destId="{0BDE4F47-2E98-431F-905B-572469B9587F}" srcOrd="3" destOrd="0" presId="urn:microsoft.com/office/officeart/2018/2/layout/IconVerticalSolidList"/>
    <dgm:cxn modelId="{0B563C3F-5BB1-40C8-96B3-2D39C957FA12}" type="presParOf" srcId="{12B6E132-818B-4A02-98F1-5161BD29F290}" destId="{7EBF565B-6BBE-4433-B14E-17B609D968AE}" srcOrd="4" destOrd="0" presId="urn:microsoft.com/office/officeart/2018/2/layout/IconVerticalSolidList"/>
    <dgm:cxn modelId="{49711022-E85B-4161-92F7-CEEFB14218B4}" type="presParOf" srcId="{7EBF565B-6BBE-4433-B14E-17B609D968AE}" destId="{D4A42A04-9EDD-4B79-9A4E-DDD8FB3A7D35}" srcOrd="0" destOrd="0" presId="urn:microsoft.com/office/officeart/2018/2/layout/IconVerticalSolidList"/>
    <dgm:cxn modelId="{67F3F3FC-39D2-4923-AEEC-6B052C45BB9E}" type="presParOf" srcId="{7EBF565B-6BBE-4433-B14E-17B609D968AE}" destId="{3A067081-AF1F-4E52-9012-A7EEC16555AF}" srcOrd="1" destOrd="0" presId="urn:microsoft.com/office/officeart/2018/2/layout/IconVerticalSolidList"/>
    <dgm:cxn modelId="{9093A123-007D-4EBB-98D5-D76F6CCB2A3C}" type="presParOf" srcId="{7EBF565B-6BBE-4433-B14E-17B609D968AE}" destId="{AD57F9B2-68D8-4429-A6D8-E8BACA8743CB}" srcOrd="2" destOrd="0" presId="urn:microsoft.com/office/officeart/2018/2/layout/IconVerticalSolidList"/>
    <dgm:cxn modelId="{A3092BB9-EEFA-4890-B2B5-A36E2F52172B}" type="presParOf" srcId="{7EBF565B-6BBE-4433-B14E-17B609D968AE}" destId="{CD1F7975-FB5C-40F2-B06F-4E380ACD3F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5662B8-EF52-449F-9AA5-EA59DF6EC24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8D51F6-B82C-4709-8C2C-DA360417F4A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One centralized financial web application</a:t>
          </a:r>
          <a:endParaRPr lang="en-US"/>
        </a:p>
      </dgm:t>
    </dgm:pt>
    <dgm:pt modelId="{3C195EAB-7F79-4193-9851-88C57A819C2A}" type="parTrans" cxnId="{653A1DF5-BD94-4E3F-8048-2CE908025C1C}">
      <dgm:prSet/>
      <dgm:spPr/>
      <dgm:t>
        <a:bodyPr/>
        <a:lstStyle/>
        <a:p>
          <a:endParaRPr lang="en-US"/>
        </a:p>
      </dgm:t>
    </dgm:pt>
    <dgm:pt modelId="{09E7FB21-E15E-4D84-A82B-3A76DA0DB19A}" type="sibTrans" cxnId="{653A1DF5-BD94-4E3F-8048-2CE908025C1C}">
      <dgm:prSet/>
      <dgm:spPr/>
      <dgm:t>
        <a:bodyPr/>
        <a:lstStyle/>
        <a:p>
          <a:endParaRPr lang="en-US"/>
        </a:p>
      </dgm:t>
    </dgm:pt>
    <dgm:pt modelId="{02F371A1-D820-43B6-BA4D-D04400B779A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Provides:</a:t>
          </a:r>
          <a:endParaRPr lang="en-US"/>
        </a:p>
      </dgm:t>
    </dgm:pt>
    <dgm:pt modelId="{A636E258-EDF0-4FD2-B02B-B5C1FA99F84F}" type="parTrans" cxnId="{36543F5B-4D2B-4555-BA6D-C39C94864FA3}">
      <dgm:prSet/>
      <dgm:spPr/>
      <dgm:t>
        <a:bodyPr/>
        <a:lstStyle/>
        <a:p>
          <a:endParaRPr lang="en-US"/>
        </a:p>
      </dgm:t>
    </dgm:pt>
    <dgm:pt modelId="{C561D981-C1B6-4E86-9654-631B9DBBF6AF}" type="sibTrans" cxnId="{36543F5B-4D2B-4555-BA6D-C39C94864FA3}">
      <dgm:prSet/>
      <dgm:spPr/>
      <dgm:t>
        <a:bodyPr/>
        <a:lstStyle/>
        <a:p>
          <a:endParaRPr lang="en-US"/>
        </a:p>
      </dgm:t>
    </dgm:pt>
    <dgm:pt modelId="{878337E5-2282-4096-8333-7D16AB5A2E6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Budget analysis</a:t>
          </a:r>
          <a:endParaRPr lang="en-US"/>
        </a:p>
      </dgm:t>
    </dgm:pt>
    <dgm:pt modelId="{6D93B2EA-7067-4827-B4CD-8D8ACB84F5BD}" type="parTrans" cxnId="{FBE8DDE0-C86D-443B-8AC1-809F41B1FBE0}">
      <dgm:prSet/>
      <dgm:spPr/>
      <dgm:t>
        <a:bodyPr/>
        <a:lstStyle/>
        <a:p>
          <a:endParaRPr lang="en-US"/>
        </a:p>
      </dgm:t>
    </dgm:pt>
    <dgm:pt modelId="{7311F33A-A9C3-4F7B-8CC9-EB9A86548492}" type="sibTrans" cxnId="{FBE8DDE0-C86D-443B-8AC1-809F41B1FBE0}">
      <dgm:prSet/>
      <dgm:spPr/>
      <dgm:t>
        <a:bodyPr/>
        <a:lstStyle/>
        <a:p>
          <a:endParaRPr lang="en-US"/>
        </a:p>
      </dgm:t>
    </dgm:pt>
    <dgm:pt modelId="{5EF796B9-201C-4FA9-BFBF-8EE31EFF407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Mortgage affordability estimation</a:t>
          </a:r>
          <a:endParaRPr lang="en-US"/>
        </a:p>
      </dgm:t>
    </dgm:pt>
    <dgm:pt modelId="{67334980-5567-4C13-B5F6-CBBB0B13E86A}" type="parTrans" cxnId="{69452CFA-73CA-4EBC-9E31-D6B50E63FCA8}">
      <dgm:prSet/>
      <dgm:spPr/>
      <dgm:t>
        <a:bodyPr/>
        <a:lstStyle/>
        <a:p>
          <a:endParaRPr lang="en-US"/>
        </a:p>
      </dgm:t>
    </dgm:pt>
    <dgm:pt modelId="{85A56620-C52C-4700-BFB9-F8E0F30E9CD7}" type="sibTrans" cxnId="{69452CFA-73CA-4EBC-9E31-D6B50E63FCA8}">
      <dgm:prSet/>
      <dgm:spPr/>
      <dgm:t>
        <a:bodyPr/>
        <a:lstStyle/>
        <a:p>
          <a:endParaRPr lang="en-US"/>
        </a:p>
      </dgm:t>
    </dgm:pt>
    <dgm:pt modelId="{CB1AB48D-30C1-4086-B8D1-7B9387F259A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Investment decision support</a:t>
          </a:r>
          <a:endParaRPr lang="en-US"/>
        </a:p>
      </dgm:t>
    </dgm:pt>
    <dgm:pt modelId="{6C1DE263-0B75-4C92-9685-00B2DF64FF92}" type="parTrans" cxnId="{961B9470-9995-4A88-A7F0-11E3D480321E}">
      <dgm:prSet/>
      <dgm:spPr/>
      <dgm:t>
        <a:bodyPr/>
        <a:lstStyle/>
        <a:p>
          <a:endParaRPr lang="en-US"/>
        </a:p>
      </dgm:t>
    </dgm:pt>
    <dgm:pt modelId="{75095414-464C-4A35-8B35-DB6BA839C687}" type="sibTrans" cxnId="{961B9470-9995-4A88-A7F0-11E3D480321E}">
      <dgm:prSet/>
      <dgm:spPr/>
      <dgm:t>
        <a:bodyPr/>
        <a:lstStyle/>
        <a:p>
          <a:endParaRPr lang="en-US"/>
        </a:p>
      </dgm:t>
    </dgm:pt>
    <dgm:pt modelId="{9249F9F6-2576-4146-80FE-F567773BD57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Financial health scoring</a:t>
          </a:r>
          <a:endParaRPr lang="en-US"/>
        </a:p>
      </dgm:t>
    </dgm:pt>
    <dgm:pt modelId="{D6744A5B-8CD1-4D67-BD5C-5FEA7D37BCC7}" type="parTrans" cxnId="{5277FA47-AF4B-46F4-8A02-534EF6E34A49}">
      <dgm:prSet/>
      <dgm:spPr/>
      <dgm:t>
        <a:bodyPr/>
        <a:lstStyle/>
        <a:p>
          <a:endParaRPr lang="en-US"/>
        </a:p>
      </dgm:t>
    </dgm:pt>
    <dgm:pt modelId="{EB6D509D-89D7-499A-91C9-F5D2F3C78824}" type="sibTrans" cxnId="{5277FA47-AF4B-46F4-8A02-534EF6E34A49}">
      <dgm:prSet/>
      <dgm:spPr/>
      <dgm:t>
        <a:bodyPr/>
        <a:lstStyle/>
        <a:p>
          <a:endParaRPr lang="en-US"/>
        </a:p>
      </dgm:t>
    </dgm:pt>
    <dgm:pt modelId="{B0DD7A6F-1F1F-45AB-989C-811D0089D59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Simple, user-friendly interface</a:t>
          </a:r>
          <a:endParaRPr lang="en-US"/>
        </a:p>
      </dgm:t>
    </dgm:pt>
    <dgm:pt modelId="{43080FAE-4456-4A02-8175-835491D5A565}" type="parTrans" cxnId="{A19447D0-6F38-46DD-A966-6FA03846E7A6}">
      <dgm:prSet/>
      <dgm:spPr/>
      <dgm:t>
        <a:bodyPr/>
        <a:lstStyle/>
        <a:p>
          <a:endParaRPr lang="en-US"/>
        </a:p>
      </dgm:t>
    </dgm:pt>
    <dgm:pt modelId="{10D6B366-EF19-44C7-B529-64A4732B6D4C}" type="sibTrans" cxnId="{A19447D0-6F38-46DD-A966-6FA03846E7A6}">
      <dgm:prSet/>
      <dgm:spPr/>
      <dgm:t>
        <a:bodyPr/>
        <a:lstStyle/>
        <a:p>
          <a:endParaRPr lang="en-US"/>
        </a:p>
      </dgm:t>
    </dgm:pt>
    <dgm:pt modelId="{411DF029-14EE-406A-A10B-EB56986F544A}" type="pres">
      <dgm:prSet presAssocID="{EF5662B8-EF52-449F-9AA5-EA59DF6EC244}" presName="root" presStyleCnt="0">
        <dgm:presLayoutVars>
          <dgm:dir/>
          <dgm:resizeHandles val="exact"/>
        </dgm:presLayoutVars>
      </dgm:prSet>
      <dgm:spPr/>
    </dgm:pt>
    <dgm:pt modelId="{C890F160-9E9C-45AD-9A1E-924322AB9F0A}" type="pres">
      <dgm:prSet presAssocID="{C88D51F6-B82C-4709-8C2C-DA360417F4AA}" presName="compNode" presStyleCnt="0"/>
      <dgm:spPr/>
    </dgm:pt>
    <dgm:pt modelId="{99F01F3E-81C4-4860-9073-59B2F49FA106}" type="pres">
      <dgm:prSet presAssocID="{C88D51F6-B82C-4709-8C2C-DA360417F4AA}" presName="bgRect" presStyleLbl="bgShp" presStyleIdx="0" presStyleCnt="3"/>
      <dgm:spPr/>
    </dgm:pt>
    <dgm:pt modelId="{AB524CF9-D058-4DC3-BC27-93D030C49D31}" type="pres">
      <dgm:prSet presAssocID="{C88D51F6-B82C-4709-8C2C-DA360417F4A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5C8F5B1D-1F20-4FB2-887B-AE507E6A30CF}" type="pres">
      <dgm:prSet presAssocID="{C88D51F6-B82C-4709-8C2C-DA360417F4AA}" presName="spaceRect" presStyleCnt="0"/>
      <dgm:spPr/>
    </dgm:pt>
    <dgm:pt modelId="{E8E2C8AD-AC6A-46EC-B719-AD1F62D8BD8A}" type="pres">
      <dgm:prSet presAssocID="{C88D51F6-B82C-4709-8C2C-DA360417F4AA}" presName="parTx" presStyleLbl="revTx" presStyleIdx="0" presStyleCnt="4">
        <dgm:presLayoutVars>
          <dgm:chMax val="0"/>
          <dgm:chPref val="0"/>
        </dgm:presLayoutVars>
      </dgm:prSet>
      <dgm:spPr/>
    </dgm:pt>
    <dgm:pt modelId="{93B8E244-0DD2-4695-A1D1-B34FBEFCB2F5}" type="pres">
      <dgm:prSet presAssocID="{09E7FB21-E15E-4D84-A82B-3A76DA0DB19A}" presName="sibTrans" presStyleCnt="0"/>
      <dgm:spPr/>
    </dgm:pt>
    <dgm:pt modelId="{E4DE5CF8-345A-4924-ADC5-59BBBF89A78D}" type="pres">
      <dgm:prSet presAssocID="{02F371A1-D820-43B6-BA4D-D04400B779AF}" presName="compNode" presStyleCnt="0"/>
      <dgm:spPr/>
    </dgm:pt>
    <dgm:pt modelId="{C139AD20-2529-43DF-BE12-C40AEA0B2EA5}" type="pres">
      <dgm:prSet presAssocID="{02F371A1-D820-43B6-BA4D-D04400B779AF}" presName="bgRect" presStyleLbl="bgShp" presStyleIdx="1" presStyleCnt="3"/>
      <dgm:spPr/>
    </dgm:pt>
    <dgm:pt modelId="{40FFF466-69A2-405A-B3FA-36E01CF50288}" type="pres">
      <dgm:prSet presAssocID="{02F371A1-D820-43B6-BA4D-D04400B779A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998741E6-7CAC-4715-ABC7-C380C6C5D33A}" type="pres">
      <dgm:prSet presAssocID="{02F371A1-D820-43B6-BA4D-D04400B779AF}" presName="spaceRect" presStyleCnt="0"/>
      <dgm:spPr/>
    </dgm:pt>
    <dgm:pt modelId="{A7E11619-DC8D-4AF8-B2D3-36FDB229C3D3}" type="pres">
      <dgm:prSet presAssocID="{02F371A1-D820-43B6-BA4D-D04400B779AF}" presName="parTx" presStyleLbl="revTx" presStyleIdx="1" presStyleCnt="4">
        <dgm:presLayoutVars>
          <dgm:chMax val="0"/>
          <dgm:chPref val="0"/>
        </dgm:presLayoutVars>
      </dgm:prSet>
      <dgm:spPr/>
    </dgm:pt>
    <dgm:pt modelId="{46EB951D-ACE2-4F7F-86E5-B9E1150DC365}" type="pres">
      <dgm:prSet presAssocID="{02F371A1-D820-43B6-BA4D-D04400B779AF}" presName="desTx" presStyleLbl="revTx" presStyleIdx="2" presStyleCnt="4">
        <dgm:presLayoutVars/>
      </dgm:prSet>
      <dgm:spPr/>
    </dgm:pt>
    <dgm:pt modelId="{D440DE8D-9D91-49F8-8A08-4C7B1A064F7C}" type="pres">
      <dgm:prSet presAssocID="{C561D981-C1B6-4E86-9654-631B9DBBF6AF}" presName="sibTrans" presStyleCnt="0"/>
      <dgm:spPr/>
    </dgm:pt>
    <dgm:pt modelId="{1B59ECDF-5DD8-4FAE-B343-DBE93AF0F520}" type="pres">
      <dgm:prSet presAssocID="{B0DD7A6F-1F1F-45AB-989C-811D0089D59A}" presName="compNode" presStyleCnt="0"/>
      <dgm:spPr/>
    </dgm:pt>
    <dgm:pt modelId="{5FCC26D6-8804-4DAA-8EF4-5BE0E56FDE11}" type="pres">
      <dgm:prSet presAssocID="{B0DD7A6F-1F1F-45AB-989C-811D0089D59A}" presName="bgRect" presStyleLbl="bgShp" presStyleIdx="2" presStyleCnt="3"/>
      <dgm:spPr/>
    </dgm:pt>
    <dgm:pt modelId="{6CFC2FB6-0C3A-4D1B-8240-4A65E0923A8A}" type="pres">
      <dgm:prSet presAssocID="{B0DD7A6F-1F1F-45AB-989C-811D0089D5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17AD60C2-6A62-4ED2-AD67-5F3BE74739E9}" type="pres">
      <dgm:prSet presAssocID="{B0DD7A6F-1F1F-45AB-989C-811D0089D59A}" presName="spaceRect" presStyleCnt="0"/>
      <dgm:spPr/>
    </dgm:pt>
    <dgm:pt modelId="{27612B2C-6FCB-4E97-B27B-A6F35D678659}" type="pres">
      <dgm:prSet presAssocID="{B0DD7A6F-1F1F-45AB-989C-811D0089D59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7E41507-1AAE-4A64-A574-649D3FBDCF45}" type="presOf" srcId="{C88D51F6-B82C-4709-8C2C-DA360417F4AA}" destId="{E8E2C8AD-AC6A-46EC-B719-AD1F62D8BD8A}" srcOrd="0" destOrd="0" presId="urn:microsoft.com/office/officeart/2018/2/layout/IconVerticalSolidList"/>
    <dgm:cxn modelId="{60279A1B-DBD6-4D7F-8797-37CEF9F4A132}" type="presOf" srcId="{878337E5-2282-4096-8333-7D16AB5A2E63}" destId="{46EB951D-ACE2-4F7F-86E5-B9E1150DC365}" srcOrd="0" destOrd="0" presId="urn:microsoft.com/office/officeart/2018/2/layout/IconVerticalSolidList"/>
    <dgm:cxn modelId="{0DDEC229-C97C-47DE-B196-21F0CADA3A4A}" type="presOf" srcId="{EF5662B8-EF52-449F-9AA5-EA59DF6EC244}" destId="{411DF029-14EE-406A-A10B-EB56986F544A}" srcOrd="0" destOrd="0" presId="urn:microsoft.com/office/officeart/2018/2/layout/IconVerticalSolidList"/>
    <dgm:cxn modelId="{5277FA47-AF4B-46F4-8A02-534EF6E34A49}" srcId="{02F371A1-D820-43B6-BA4D-D04400B779AF}" destId="{9249F9F6-2576-4146-80FE-F567773BD57C}" srcOrd="3" destOrd="0" parTransId="{D6744A5B-8CD1-4D67-BD5C-5FEA7D37BCC7}" sibTransId="{EB6D509D-89D7-499A-91C9-F5D2F3C78824}"/>
    <dgm:cxn modelId="{36543F5B-4D2B-4555-BA6D-C39C94864FA3}" srcId="{EF5662B8-EF52-449F-9AA5-EA59DF6EC244}" destId="{02F371A1-D820-43B6-BA4D-D04400B779AF}" srcOrd="1" destOrd="0" parTransId="{A636E258-EDF0-4FD2-B02B-B5C1FA99F84F}" sibTransId="{C561D981-C1B6-4E86-9654-631B9DBBF6AF}"/>
    <dgm:cxn modelId="{77BEE65C-5FFC-4DE3-BBC6-F069F171F0BA}" type="presOf" srcId="{02F371A1-D820-43B6-BA4D-D04400B779AF}" destId="{A7E11619-DC8D-4AF8-B2D3-36FDB229C3D3}" srcOrd="0" destOrd="0" presId="urn:microsoft.com/office/officeart/2018/2/layout/IconVerticalSolidList"/>
    <dgm:cxn modelId="{961B9470-9995-4A88-A7F0-11E3D480321E}" srcId="{02F371A1-D820-43B6-BA4D-D04400B779AF}" destId="{CB1AB48D-30C1-4086-B8D1-7B9387F259AC}" srcOrd="2" destOrd="0" parTransId="{6C1DE263-0B75-4C92-9685-00B2DF64FF92}" sibTransId="{75095414-464C-4A35-8B35-DB6BA839C687}"/>
    <dgm:cxn modelId="{CBAE5D84-CDD5-4248-AA80-27C3F04C6736}" type="presOf" srcId="{9249F9F6-2576-4146-80FE-F567773BD57C}" destId="{46EB951D-ACE2-4F7F-86E5-B9E1150DC365}" srcOrd="0" destOrd="3" presId="urn:microsoft.com/office/officeart/2018/2/layout/IconVerticalSolidList"/>
    <dgm:cxn modelId="{D113DB8C-4789-4849-A6FB-A1A2446A106B}" type="presOf" srcId="{5EF796B9-201C-4FA9-BFBF-8EE31EFF4078}" destId="{46EB951D-ACE2-4F7F-86E5-B9E1150DC365}" srcOrd="0" destOrd="1" presId="urn:microsoft.com/office/officeart/2018/2/layout/IconVerticalSolidList"/>
    <dgm:cxn modelId="{6ACC70BC-0AD6-4CA2-92A9-3E8A8C49B3D5}" type="presOf" srcId="{CB1AB48D-30C1-4086-B8D1-7B9387F259AC}" destId="{46EB951D-ACE2-4F7F-86E5-B9E1150DC365}" srcOrd="0" destOrd="2" presId="urn:microsoft.com/office/officeart/2018/2/layout/IconVerticalSolidList"/>
    <dgm:cxn modelId="{A19447D0-6F38-46DD-A966-6FA03846E7A6}" srcId="{EF5662B8-EF52-449F-9AA5-EA59DF6EC244}" destId="{B0DD7A6F-1F1F-45AB-989C-811D0089D59A}" srcOrd="2" destOrd="0" parTransId="{43080FAE-4456-4A02-8175-835491D5A565}" sibTransId="{10D6B366-EF19-44C7-B529-64A4732B6D4C}"/>
    <dgm:cxn modelId="{FBE8DDE0-C86D-443B-8AC1-809F41B1FBE0}" srcId="{02F371A1-D820-43B6-BA4D-D04400B779AF}" destId="{878337E5-2282-4096-8333-7D16AB5A2E63}" srcOrd="0" destOrd="0" parTransId="{6D93B2EA-7067-4827-B4CD-8D8ACB84F5BD}" sibTransId="{7311F33A-A9C3-4F7B-8CC9-EB9A86548492}"/>
    <dgm:cxn modelId="{D8EE2BF4-996E-4AC9-BDC2-67E41093F493}" type="presOf" srcId="{B0DD7A6F-1F1F-45AB-989C-811D0089D59A}" destId="{27612B2C-6FCB-4E97-B27B-A6F35D678659}" srcOrd="0" destOrd="0" presId="urn:microsoft.com/office/officeart/2018/2/layout/IconVerticalSolidList"/>
    <dgm:cxn modelId="{653A1DF5-BD94-4E3F-8048-2CE908025C1C}" srcId="{EF5662B8-EF52-449F-9AA5-EA59DF6EC244}" destId="{C88D51F6-B82C-4709-8C2C-DA360417F4AA}" srcOrd="0" destOrd="0" parTransId="{3C195EAB-7F79-4193-9851-88C57A819C2A}" sibTransId="{09E7FB21-E15E-4D84-A82B-3A76DA0DB19A}"/>
    <dgm:cxn modelId="{69452CFA-73CA-4EBC-9E31-D6B50E63FCA8}" srcId="{02F371A1-D820-43B6-BA4D-D04400B779AF}" destId="{5EF796B9-201C-4FA9-BFBF-8EE31EFF4078}" srcOrd="1" destOrd="0" parTransId="{67334980-5567-4C13-B5F6-CBBB0B13E86A}" sibTransId="{85A56620-C52C-4700-BFB9-F8E0F30E9CD7}"/>
    <dgm:cxn modelId="{3E9F0029-904E-478A-8E38-137EF3B866C6}" type="presParOf" srcId="{411DF029-14EE-406A-A10B-EB56986F544A}" destId="{C890F160-9E9C-45AD-9A1E-924322AB9F0A}" srcOrd="0" destOrd="0" presId="urn:microsoft.com/office/officeart/2018/2/layout/IconVerticalSolidList"/>
    <dgm:cxn modelId="{D1DC8959-B3D8-4719-8410-46895F6F9053}" type="presParOf" srcId="{C890F160-9E9C-45AD-9A1E-924322AB9F0A}" destId="{99F01F3E-81C4-4860-9073-59B2F49FA106}" srcOrd="0" destOrd="0" presId="urn:microsoft.com/office/officeart/2018/2/layout/IconVerticalSolidList"/>
    <dgm:cxn modelId="{EA33AA2B-B6FF-4DE7-8FA6-D66F5AB3D4B9}" type="presParOf" srcId="{C890F160-9E9C-45AD-9A1E-924322AB9F0A}" destId="{AB524CF9-D058-4DC3-BC27-93D030C49D31}" srcOrd="1" destOrd="0" presId="urn:microsoft.com/office/officeart/2018/2/layout/IconVerticalSolidList"/>
    <dgm:cxn modelId="{0C068C66-A913-452C-A3B6-F045DC8B754A}" type="presParOf" srcId="{C890F160-9E9C-45AD-9A1E-924322AB9F0A}" destId="{5C8F5B1D-1F20-4FB2-887B-AE507E6A30CF}" srcOrd="2" destOrd="0" presId="urn:microsoft.com/office/officeart/2018/2/layout/IconVerticalSolidList"/>
    <dgm:cxn modelId="{58F6876F-F47B-42ED-A274-53F5E791762C}" type="presParOf" srcId="{C890F160-9E9C-45AD-9A1E-924322AB9F0A}" destId="{E8E2C8AD-AC6A-46EC-B719-AD1F62D8BD8A}" srcOrd="3" destOrd="0" presId="urn:microsoft.com/office/officeart/2018/2/layout/IconVerticalSolidList"/>
    <dgm:cxn modelId="{E7D030F3-E15A-452B-BEDE-CA53780D4C20}" type="presParOf" srcId="{411DF029-14EE-406A-A10B-EB56986F544A}" destId="{93B8E244-0DD2-4695-A1D1-B34FBEFCB2F5}" srcOrd="1" destOrd="0" presId="urn:microsoft.com/office/officeart/2018/2/layout/IconVerticalSolidList"/>
    <dgm:cxn modelId="{0DC5BC1C-9E7F-4F40-9699-3873D231B1F0}" type="presParOf" srcId="{411DF029-14EE-406A-A10B-EB56986F544A}" destId="{E4DE5CF8-345A-4924-ADC5-59BBBF89A78D}" srcOrd="2" destOrd="0" presId="urn:microsoft.com/office/officeart/2018/2/layout/IconVerticalSolidList"/>
    <dgm:cxn modelId="{7B7C1864-30C4-40B6-B8C2-5AFA9216D823}" type="presParOf" srcId="{E4DE5CF8-345A-4924-ADC5-59BBBF89A78D}" destId="{C139AD20-2529-43DF-BE12-C40AEA0B2EA5}" srcOrd="0" destOrd="0" presId="urn:microsoft.com/office/officeart/2018/2/layout/IconVerticalSolidList"/>
    <dgm:cxn modelId="{61B4A012-E936-4366-8B7D-CB72805A8422}" type="presParOf" srcId="{E4DE5CF8-345A-4924-ADC5-59BBBF89A78D}" destId="{40FFF466-69A2-405A-B3FA-36E01CF50288}" srcOrd="1" destOrd="0" presId="urn:microsoft.com/office/officeart/2018/2/layout/IconVerticalSolidList"/>
    <dgm:cxn modelId="{57AF0CFB-8394-4CE1-9585-5B472097FAF2}" type="presParOf" srcId="{E4DE5CF8-345A-4924-ADC5-59BBBF89A78D}" destId="{998741E6-7CAC-4715-ABC7-C380C6C5D33A}" srcOrd="2" destOrd="0" presId="urn:microsoft.com/office/officeart/2018/2/layout/IconVerticalSolidList"/>
    <dgm:cxn modelId="{E328F4A9-958E-472B-BD64-D1299FD7AB94}" type="presParOf" srcId="{E4DE5CF8-345A-4924-ADC5-59BBBF89A78D}" destId="{A7E11619-DC8D-4AF8-B2D3-36FDB229C3D3}" srcOrd="3" destOrd="0" presId="urn:microsoft.com/office/officeart/2018/2/layout/IconVerticalSolidList"/>
    <dgm:cxn modelId="{1A5BA93F-BF01-442A-A286-6DCE804C72FB}" type="presParOf" srcId="{E4DE5CF8-345A-4924-ADC5-59BBBF89A78D}" destId="{46EB951D-ACE2-4F7F-86E5-B9E1150DC365}" srcOrd="4" destOrd="0" presId="urn:microsoft.com/office/officeart/2018/2/layout/IconVerticalSolidList"/>
    <dgm:cxn modelId="{92E78058-1558-4B0B-8BFA-21FDC898A461}" type="presParOf" srcId="{411DF029-14EE-406A-A10B-EB56986F544A}" destId="{D440DE8D-9D91-49F8-8A08-4C7B1A064F7C}" srcOrd="3" destOrd="0" presId="urn:microsoft.com/office/officeart/2018/2/layout/IconVerticalSolidList"/>
    <dgm:cxn modelId="{B769615A-4B4C-4BEC-9511-87BDA6F5ECB8}" type="presParOf" srcId="{411DF029-14EE-406A-A10B-EB56986F544A}" destId="{1B59ECDF-5DD8-4FAE-B343-DBE93AF0F520}" srcOrd="4" destOrd="0" presId="urn:microsoft.com/office/officeart/2018/2/layout/IconVerticalSolidList"/>
    <dgm:cxn modelId="{8D317F09-749B-4EFD-9AED-425C68527C4E}" type="presParOf" srcId="{1B59ECDF-5DD8-4FAE-B343-DBE93AF0F520}" destId="{5FCC26D6-8804-4DAA-8EF4-5BE0E56FDE11}" srcOrd="0" destOrd="0" presId="urn:microsoft.com/office/officeart/2018/2/layout/IconVerticalSolidList"/>
    <dgm:cxn modelId="{1B0C758B-11D2-4D92-B399-911DAE29DAC1}" type="presParOf" srcId="{1B59ECDF-5DD8-4FAE-B343-DBE93AF0F520}" destId="{6CFC2FB6-0C3A-4D1B-8240-4A65E0923A8A}" srcOrd="1" destOrd="0" presId="urn:microsoft.com/office/officeart/2018/2/layout/IconVerticalSolidList"/>
    <dgm:cxn modelId="{C6A4EAED-AAE2-4EA9-B574-E354B4E4678C}" type="presParOf" srcId="{1B59ECDF-5DD8-4FAE-B343-DBE93AF0F520}" destId="{17AD60C2-6A62-4ED2-AD67-5F3BE74739E9}" srcOrd="2" destOrd="0" presId="urn:microsoft.com/office/officeart/2018/2/layout/IconVerticalSolidList"/>
    <dgm:cxn modelId="{D5634012-5A7F-4E18-92CC-E6350A78D08C}" type="presParOf" srcId="{1B59ECDF-5DD8-4FAE-B343-DBE93AF0F520}" destId="{27612B2C-6FCB-4E97-B27B-A6F35D6786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EBCBE2-A30E-406F-B9E9-B7CE9974498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6706FDC-E988-4590-9716-58A2ABB3226F}">
      <dgm:prSet/>
      <dgm:spPr/>
      <dgm:t>
        <a:bodyPr/>
        <a:lstStyle/>
        <a:p>
          <a:pPr>
            <a:defRPr b="1"/>
          </a:pPr>
          <a:r>
            <a:rPr lang="en-GB" b="0" i="0"/>
            <a:t>Frontend:</a:t>
          </a:r>
          <a:endParaRPr lang="en-US"/>
        </a:p>
      </dgm:t>
    </dgm:pt>
    <dgm:pt modelId="{BD0E932F-CBDE-4386-929D-27369091DFA3}" type="parTrans" cxnId="{7218E9DA-FA35-4CB6-9CC3-C8B9AA470868}">
      <dgm:prSet/>
      <dgm:spPr/>
      <dgm:t>
        <a:bodyPr/>
        <a:lstStyle/>
        <a:p>
          <a:endParaRPr lang="en-US"/>
        </a:p>
      </dgm:t>
    </dgm:pt>
    <dgm:pt modelId="{06D8D061-1FC0-498E-81AE-2CB2E66DCCBA}" type="sibTrans" cxnId="{7218E9DA-FA35-4CB6-9CC3-C8B9AA470868}">
      <dgm:prSet/>
      <dgm:spPr/>
      <dgm:t>
        <a:bodyPr/>
        <a:lstStyle/>
        <a:p>
          <a:endParaRPr lang="en-US"/>
        </a:p>
      </dgm:t>
    </dgm:pt>
    <dgm:pt modelId="{DC27D573-981C-4677-9393-4AD226C1CE16}">
      <dgm:prSet/>
      <dgm:spPr/>
      <dgm:t>
        <a:bodyPr/>
        <a:lstStyle/>
        <a:p>
          <a:r>
            <a:rPr lang="en-GB" b="0" i="0"/>
            <a:t>HTML user interface</a:t>
          </a:r>
          <a:endParaRPr lang="en-US"/>
        </a:p>
      </dgm:t>
    </dgm:pt>
    <dgm:pt modelId="{4841F1FF-3FE1-4469-8B2B-23A64CE1897D}" type="parTrans" cxnId="{DD00DD99-D129-474F-A02F-A1B4471C5DBD}">
      <dgm:prSet/>
      <dgm:spPr/>
      <dgm:t>
        <a:bodyPr/>
        <a:lstStyle/>
        <a:p>
          <a:endParaRPr lang="en-US"/>
        </a:p>
      </dgm:t>
    </dgm:pt>
    <dgm:pt modelId="{23D8B71F-7FA8-43A9-9084-EAE8827442B6}" type="sibTrans" cxnId="{DD00DD99-D129-474F-A02F-A1B4471C5DBD}">
      <dgm:prSet/>
      <dgm:spPr/>
      <dgm:t>
        <a:bodyPr/>
        <a:lstStyle/>
        <a:p>
          <a:endParaRPr lang="en-US"/>
        </a:p>
      </dgm:t>
    </dgm:pt>
    <dgm:pt modelId="{C8CBF370-4992-4026-9130-F81C889E3643}">
      <dgm:prSet/>
      <dgm:spPr/>
      <dgm:t>
        <a:bodyPr/>
        <a:lstStyle/>
        <a:p>
          <a:pPr>
            <a:defRPr b="1"/>
          </a:pPr>
          <a:r>
            <a:rPr lang="en-GB" b="0" i="0"/>
            <a:t>Backend:</a:t>
          </a:r>
          <a:endParaRPr lang="en-US"/>
        </a:p>
      </dgm:t>
    </dgm:pt>
    <dgm:pt modelId="{04698CD5-AF9C-4000-BEE7-8459405D4AC4}" type="parTrans" cxnId="{03210A8D-2677-4BE3-87FD-A58B22E6F955}">
      <dgm:prSet/>
      <dgm:spPr/>
      <dgm:t>
        <a:bodyPr/>
        <a:lstStyle/>
        <a:p>
          <a:endParaRPr lang="en-US"/>
        </a:p>
      </dgm:t>
    </dgm:pt>
    <dgm:pt modelId="{CE5D55F0-D168-4351-8B29-4D4033D63431}" type="sibTrans" cxnId="{03210A8D-2677-4BE3-87FD-A58B22E6F955}">
      <dgm:prSet/>
      <dgm:spPr/>
      <dgm:t>
        <a:bodyPr/>
        <a:lstStyle/>
        <a:p>
          <a:endParaRPr lang="en-US"/>
        </a:p>
      </dgm:t>
    </dgm:pt>
    <dgm:pt modelId="{16F1A1CE-2908-4378-813C-2400CD0571A4}">
      <dgm:prSet/>
      <dgm:spPr/>
      <dgm:t>
        <a:bodyPr/>
        <a:lstStyle/>
        <a:p>
          <a:r>
            <a:rPr lang="en-GB" b="0" i="0"/>
            <a:t>Flask (Python)</a:t>
          </a:r>
          <a:endParaRPr lang="en-US"/>
        </a:p>
      </dgm:t>
    </dgm:pt>
    <dgm:pt modelId="{460B72F0-0C01-4509-BD7B-DFDDA868E86D}" type="parTrans" cxnId="{F8C5F63C-210D-43C2-BA65-01E7E16C6575}">
      <dgm:prSet/>
      <dgm:spPr/>
      <dgm:t>
        <a:bodyPr/>
        <a:lstStyle/>
        <a:p>
          <a:endParaRPr lang="en-US"/>
        </a:p>
      </dgm:t>
    </dgm:pt>
    <dgm:pt modelId="{476C6C2A-18EC-4808-86EF-6E636BFD8AA3}" type="sibTrans" cxnId="{F8C5F63C-210D-43C2-BA65-01E7E16C6575}">
      <dgm:prSet/>
      <dgm:spPr/>
      <dgm:t>
        <a:bodyPr/>
        <a:lstStyle/>
        <a:p>
          <a:endParaRPr lang="en-US"/>
        </a:p>
      </dgm:t>
    </dgm:pt>
    <dgm:pt modelId="{4A51B40F-C0E9-48E2-B921-6F96B07BA725}">
      <dgm:prSet/>
      <dgm:spPr/>
      <dgm:t>
        <a:bodyPr/>
        <a:lstStyle/>
        <a:p>
          <a:pPr>
            <a:defRPr b="1"/>
          </a:pPr>
          <a:r>
            <a:rPr lang="en-GB" b="0" i="0"/>
            <a:t>Modules:</a:t>
          </a:r>
          <a:endParaRPr lang="en-US"/>
        </a:p>
      </dgm:t>
    </dgm:pt>
    <dgm:pt modelId="{17A2C1FA-A9D1-4163-B89D-5E2F8D102A4C}" type="parTrans" cxnId="{8D7E760D-5322-4F56-A917-8F7A7E6314AF}">
      <dgm:prSet/>
      <dgm:spPr/>
      <dgm:t>
        <a:bodyPr/>
        <a:lstStyle/>
        <a:p>
          <a:endParaRPr lang="en-US"/>
        </a:p>
      </dgm:t>
    </dgm:pt>
    <dgm:pt modelId="{8933A169-E410-49C7-B6F9-40B21C35DE30}" type="sibTrans" cxnId="{8D7E760D-5322-4F56-A917-8F7A7E6314AF}">
      <dgm:prSet/>
      <dgm:spPr/>
      <dgm:t>
        <a:bodyPr/>
        <a:lstStyle/>
        <a:p>
          <a:endParaRPr lang="en-US"/>
        </a:p>
      </dgm:t>
    </dgm:pt>
    <dgm:pt modelId="{275FC0B6-9381-4B29-AF17-D6FAA31553BF}">
      <dgm:prSet/>
      <dgm:spPr/>
      <dgm:t>
        <a:bodyPr/>
        <a:lstStyle/>
        <a:p>
          <a:r>
            <a:rPr lang="en-GB" b="0" i="0"/>
            <a:t>Budget logic</a:t>
          </a:r>
          <a:endParaRPr lang="en-US"/>
        </a:p>
      </dgm:t>
    </dgm:pt>
    <dgm:pt modelId="{2017EE07-DF39-4A21-8559-883672E02E21}" type="parTrans" cxnId="{3B884F55-F027-49D6-9D9A-A7B318288A51}">
      <dgm:prSet/>
      <dgm:spPr/>
      <dgm:t>
        <a:bodyPr/>
        <a:lstStyle/>
        <a:p>
          <a:endParaRPr lang="en-US"/>
        </a:p>
      </dgm:t>
    </dgm:pt>
    <dgm:pt modelId="{C71C92C1-60A9-4F7C-BC8F-00F1C6C993C1}" type="sibTrans" cxnId="{3B884F55-F027-49D6-9D9A-A7B318288A51}">
      <dgm:prSet/>
      <dgm:spPr/>
      <dgm:t>
        <a:bodyPr/>
        <a:lstStyle/>
        <a:p>
          <a:endParaRPr lang="en-US"/>
        </a:p>
      </dgm:t>
    </dgm:pt>
    <dgm:pt modelId="{074243EA-E436-4059-8217-C34622602496}">
      <dgm:prSet/>
      <dgm:spPr/>
      <dgm:t>
        <a:bodyPr/>
        <a:lstStyle/>
        <a:p>
          <a:r>
            <a:rPr lang="en-GB" b="0" i="0"/>
            <a:t>Mortgage calculations</a:t>
          </a:r>
          <a:endParaRPr lang="en-US"/>
        </a:p>
      </dgm:t>
    </dgm:pt>
    <dgm:pt modelId="{21E694DF-353B-48C5-8740-6511B8B0F2EE}" type="parTrans" cxnId="{57CAB35E-1A45-4541-992B-6B09F763F92F}">
      <dgm:prSet/>
      <dgm:spPr/>
      <dgm:t>
        <a:bodyPr/>
        <a:lstStyle/>
        <a:p>
          <a:endParaRPr lang="en-US"/>
        </a:p>
      </dgm:t>
    </dgm:pt>
    <dgm:pt modelId="{0B686114-14D3-4504-B656-E2622105AF2F}" type="sibTrans" cxnId="{57CAB35E-1A45-4541-992B-6B09F763F92F}">
      <dgm:prSet/>
      <dgm:spPr/>
      <dgm:t>
        <a:bodyPr/>
        <a:lstStyle/>
        <a:p>
          <a:endParaRPr lang="en-US"/>
        </a:p>
      </dgm:t>
    </dgm:pt>
    <dgm:pt modelId="{3B211608-2ADA-4788-8833-498BB4CD6196}">
      <dgm:prSet/>
      <dgm:spPr/>
      <dgm:t>
        <a:bodyPr/>
        <a:lstStyle/>
        <a:p>
          <a:r>
            <a:rPr lang="en-GB" b="0" i="0"/>
            <a:t>Investment engine</a:t>
          </a:r>
          <a:endParaRPr lang="en-US"/>
        </a:p>
      </dgm:t>
    </dgm:pt>
    <dgm:pt modelId="{DE750892-6323-4343-A333-954D7DA45A54}" type="parTrans" cxnId="{6C87B121-A789-4CF3-B101-DE6AEF709EFB}">
      <dgm:prSet/>
      <dgm:spPr/>
      <dgm:t>
        <a:bodyPr/>
        <a:lstStyle/>
        <a:p>
          <a:endParaRPr lang="en-US"/>
        </a:p>
      </dgm:t>
    </dgm:pt>
    <dgm:pt modelId="{9E1D6400-72C1-4AD1-AB56-112D5D307A63}" type="sibTrans" cxnId="{6C87B121-A789-4CF3-B101-DE6AEF709EFB}">
      <dgm:prSet/>
      <dgm:spPr/>
      <dgm:t>
        <a:bodyPr/>
        <a:lstStyle/>
        <a:p>
          <a:endParaRPr lang="en-US"/>
        </a:p>
      </dgm:t>
    </dgm:pt>
    <dgm:pt modelId="{D9D02DE1-F836-41CC-8778-449A72F73E13}">
      <dgm:prSet/>
      <dgm:spPr/>
      <dgm:t>
        <a:bodyPr/>
        <a:lstStyle/>
        <a:p>
          <a:r>
            <a:rPr lang="en-GB" b="0" i="0"/>
            <a:t>Score system</a:t>
          </a:r>
          <a:endParaRPr lang="en-US"/>
        </a:p>
      </dgm:t>
    </dgm:pt>
    <dgm:pt modelId="{671DDC2B-3F4F-42A6-8F8D-436979BE915E}" type="parTrans" cxnId="{D3E26075-F246-4ECC-82C7-BC374D4A8F34}">
      <dgm:prSet/>
      <dgm:spPr/>
      <dgm:t>
        <a:bodyPr/>
        <a:lstStyle/>
        <a:p>
          <a:endParaRPr lang="en-US"/>
        </a:p>
      </dgm:t>
    </dgm:pt>
    <dgm:pt modelId="{283B0622-3F37-4794-8149-804386C03748}" type="sibTrans" cxnId="{D3E26075-F246-4ECC-82C7-BC374D4A8F34}">
      <dgm:prSet/>
      <dgm:spPr/>
      <dgm:t>
        <a:bodyPr/>
        <a:lstStyle/>
        <a:p>
          <a:endParaRPr lang="en-US"/>
        </a:p>
      </dgm:t>
    </dgm:pt>
    <dgm:pt modelId="{5E24D2E4-0A9C-4286-8E45-C8F91BB0483B}">
      <dgm:prSet/>
      <dgm:spPr/>
      <dgm:t>
        <a:bodyPr/>
        <a:lstStyle/>
        <a:p>
          <a:pPr>
            <a:defRPr b="1"/>
          </a:pPr>
          <a:r>
            <a:rPr lang="en-GB" b="0" i="0"/>
            <a:t>Data flow:</a:t>
          </a:r>
          <a:endParaRPr lang="en-US"/>
        </a:p>
      </dgm:t>
    </dgm:pt>
    <dgm:pt modelId="{D606C041-AAD6-4DF3-9CCD-93836B191EF3}" type="parTrans" cxnId="{F6C4D135-3D8F-491E-9494-7F2D47DC40F2}">
      <dgm:prSet/>
      <dgm:spPr/>
      <dgm:t>
        <a:bodyPr/>
        <a:lstStyle/>
        <a:p>
          <a:endParaRPr lang="en-US"/>
        </a:p>
      </dgm:t>
    </dgm:pt>
    <dgm:pt modelId="{248A1F16-439E-4AE6-8F27-44AFEAA14176}" type="sibTrans" cxnId="{F6C4D135-3D8F-491E-9494-7F2D47DC40F2}">
      <dgm:prSet/>
      <dgm:spPr/>
      <dgm:t>
        <a:bodyPr/>
        <a:lstStyle/>
        <a:p>
          <a:endParaRPr lang="en-US"/>
        </a:p>
      </dgm:t>
    </dgm:pt>
    <dgm:pt modelId="{A7F76248-E2F6-4951-B79F-E0588F318D6E}">
      <dgm:prSet/>
      <dgm:spPr/>
      <dgm:t>
        <a:bodyPr/>
        <a:lstStyle/>
        <a:p>
          <a:r>
            <a:rPr lang="en-GB" b="0" i="0"/>
            <a:t>User input → Flask → Python logic → Results displayed</a:t>
          </a:r>
          <a:endParaRPr lang="en-US"/>
        </a:p>
      </dgm:t>
    </dgm:pt>
    <dgm:pt modelId="{21FF16D4-B841-4F29-A93F-2ABF490747B3}" type="parTrans" cxnId="{623219FD-DE42-44B0-9716-A9F2F001E2FB}">
      <dgm:prSet/>
      <dgm:spPr/>
      <dgm:t>
        <a:bodyPr/>
        <a:lstStyle/>
        <a:p>
          <a:endParaRPr lang="en-US"/>
        </a:p>
      </dgm:t>
    </dgm:pt>
    <dgm:pt modelId="{4F5902E4-CCF2-49A9-8AC3-7181E32F8412}" type="sibTrans" cxnId="{623219FD-DE42-44B0-9716-A9F2F001E2FB}">
      <dgm:prSet/>
      <dgm:spPr/>
      <dgm:t>
        <a:bodyPr/>
        <a:lstStyle/>
        <a:p>
          <a:endParaRPr lang="en-US"/>
        </a:p>
      </dgm:t>
    </dgm:pt>
    <dgm:pt modelId="{F8FDB236-DBB1-497B-BE5E-94BD4DCDBE5F}" type="pres">
      <dgm:prSet presAssocID="{76EBCBE2-A30E-406F-B9E9-B7CE9974498A}" presName="root" presStyleCnt="0">
        <dgm:presLayoutVars>
          <dgm:dir/>
          <dgm:resizeHandles val="exact"/>
        </dgm:presLayoutVars>
      </dgm:prSet>
      <dgm:spPr/>
    </dgm:pt>
    <dgm:pt modelId="{0679F171-C32D-4DAA-9C0F-BEF811AF858F}" type="pres">
      <dgm:prSet presAssocID="{86706FDC-E988-4590-9716-58A2ABB3226F}" presName="compNode" presStyleCnt="0"/>
      <dgm:spPr/>
    </dgm:pt>
    <dgm:pt modelId="{B8462B8C-4271-4925-A888-A42E3B80B8FF}" type="pres">
      <dgm:prSet presAssocID="{86706FDC-E988-4590-9716-58A2ABB3226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ECBC5B0-7ACC-48FA-9B52-E0712CADD880}" type="pres">
      <dgm:prSet presAssocID="{86706FDC-E988-4590-9716-58A2ABB3226F}" presName="iconSpace" presStyleCnt="0"/>
      <dgm:spPr/>
    </dgm:pt>
    <dgm:pt modelId="{AE02EE43-D4C9-4CCE-A77B-70F582C4EFFF}" type="pres">
      <dgm:prSet presAssocID="{86706FDC-E988-4590-9716-58A2ABB3226F}" presName="parTx" presStyleLbl="revTx" presStyleIdx="0" presStyleCnt="8">
        <dgm:presLayoutVars>
          <dgm:chMax val="0"/>
          <dgm:chPref val="0"/>
        </dgm:presLayoutVars>
      </dgm:prSet>
      <dgm:spPr/>
    </dgm:pt>
    <dgm:pt modelId="{20A0A810-AF0F-4C9D-A3C6-CCAB2A31F722}" type="pres">
      <dgm:prSet presAssocID="{86706FDC-E988-4590-9716-58A2ABB3226F}" presName="txSpace" presStyleCnt="0"/>
      <dgm:spPr/>
    </dgm:pt>
    <dgm:pt modelId="{400607B9-0700-42D3-B1D0-8B4F67D265A0}" type="pres">
      <dgm:prSet presAssocID="{86706FDC-E988-4590-9716-58A2ABB3226F}" presName="desTx" presStyleLbl="revTx" presStyleIdx="1" presStyleCnt="8">
        <dgm:presLayoutVars/>
      </dgm:prSet>
      <dgm:spPr/>
    </dgm:pt>
    <dgm:pt modelId="{E8E80221-A8BB-4E6E-B17E-68DD16BDD2FB}" type="pres">
      <dgm:prSet presAssocID="{06D8D061-1FC0-498E-81AE-2CB2E66DCCBA}" presName="sibTrans" presStyleCnt="0"/>
      <dgm:spPr/>
    </dgm:pt>
    <dgm:pt modelId="{F10C2BD0-5157-47AB-88E2-9F48D6B761BB}" type="pres">
      <dgm:prSet presAssocID="{C8CBF370-4992-4026-9130-F81C889E3643}" presName="compNode" presStyleCnt="0"/>
      <dgm:spPr/>
    </dgm:pt>
    <dgm:pt modelId="{8E2C53A7-AC4C-4C49-BF25-20DA508F3F09}" type="pres">
      <dgm:prSet presAssocID="{C8CBF370-4992-4026-9130-F81C889E36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695055A4-A86D-4CE8-AA82-9295588DACFD}" type="pres">
      <dgm:prSet presAssocID="{C8CBF370-4992-4026-9130-F81C889E3643}" presName="iconSpace" presStyleCnt="0"/>
      <dgm:spPr/>
    </dgm:pt>
    <dgm:pt modelId="{0C67995E-3F1B-4735-915B-A0D8909C8993}" type="pres">
      <dgm:prSet presAssocID="{C8CBF370-4992-4026-9130-F81C889E3643}" presName="parTx" presStyleLbl="revTx" presStyleIdx="2" presStyleCnt="8">
        <dgm:presLayoutVars>
          <dgm:chMax val="0"/>
          <dgm:chPref val="0"/>
        </dgm:presLayoutVars>
      </dgm:prSet>
      <dgm:spPr/>
    </dgm:pt>
    <dgm:pt modelId="{B5E54D2B-4E97-4EBF-9873-93D0103E733C}" type="pres">
      <dgm:prSet presAssocID="{C8CBF370-4992-4026-9130-F81C889E3643}" presName="txSpace" presStyleCnt="0"/>
      <dgm:spPr/>
    </dgm:pt>
    <dgm:pt modelId="{1E5026E3-2650-41ED-85E8-550275D9D940}" type="pres">
      <dgm:prSet presAssocID="{C8CBF370-4992-4026-9130-F81C889E3643}" presName="desTx" presStyleLbl="revTx" presStyleIdx="3" presStyleCnt="8">
        <dgm:presLayoutVars/>
      </dgm:prSet>
      <dgm:spPr/>
    </dgm:pt>
    <dgm:pt modelId="{2917BD2A-9FCD-4D5E-A2F3-A79757038327}" type="pres">
      <dgm:prSet presAssocID="{CE5D55F0-D168-4351-8B29-4D4033D63431}" presName="sibTrans" presStyleCnt="0"/>
      <dgm:spPr/>
    </dgm:pt>
    <dgm:pt modelId="{482E9DD2-893A-4892-91A5-6C115371A2A8}" type="pres">
      <dgm:prSet presAssocID="{4A51B40F-C0E9-48E2-B921-6F96B07BA725}" presName="compNode" presStyleCnt="0"/>
      <dgm:spPr/>
    </dgm:pt>
    <dgm:pt modelId="{DA066211-4D60-496B-B05F-86441AF1610A}" type="pres">
      <dgm:prSet presAssocID="{4A51B40F-C0E9-48E2-B921-6F96B07BA7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D040AA4-E744-429C-9336-CF86F92BE235}" type="pres">
      <dgm:prSet presAssocID="{4A51B40F-C0E9-48E2-B921-6F96B07BA725}" presName="iconSpace" presStyleCnt="0"/>
      <dgm:spPr/>
    </dgm:pt>
    <dgm:pt modelId="{607941C3-3D67-44F8-8E49-D06EFB37C417}" type="pres">
      <dgm:prSet presAssocID="{4A51B40F-C0E9-48E2-B921-6F96B07BA725}" presName="parTx" presStyleLbl="revTx" presStyleIdx="4" presStyleCnt="8">
        <dgm:presLayoutVars>
          <dgm:chMax val="0"/>
          <dgm:chPref val="0"/>
        </dgm:presLayoutVars>
      </dgm:prSet>
      <dgm:spPr/>
    </dgm:pt>
    <dgm:pt modelId="{94CD63FF-42DC-4BF9-8048-FE94D9901161}" type="pres">
      <dgm:prSet presAssocID="{4A51B40F-C0E9-48E2-B921-6F96B07BA725}" presName="txSpace" presStyleCnt="0"/>
      <dgm:spPr/>
    </dgm:pt>
    <dgm:pt modelId="{B780BE81-808A-4D8B-A08F-812BEAECAE7C}" type="pres">
      <dgm:prSet presAssocID="{4A51B40F-C0E9-48E2-B921-6F96B07BA725}" presName="desTx" presStyleLbl="revTx" presStyleIdx="5" presStyleCnt="8">
        <dgm:presLayoutVars/>
      </dgm:prSet>
      <dgm:spPr/>
    </dgm:pt>
    <dgm:pt modelId="{7DDDA97A-CC8E-42B4-ACE5-B8694DD48186}" type="pres">
      <dgm:prSet presAssocID="{8933A169-E410-49C7-B6F9-40B21C35DE30}" presName="sibTrans" presStyleCnt="0"/>
      <dgm:spPr/>
    </dgm:pt>
    <dgm:pt modelId="{00B47C5D-6237-4EBE-9FE1-212C14FB7EB9}" type="pres">
      <dgm:prSet presAssocID="{5E24D2E4-0A9C-4286-8E45-C8F91BB0483B}" presName="compNode" presStyleCnt="0"/>
      <dgm:spPr/>
    </dgm:pt>
    <dgm:pt modelId="{2A12CC32-B35C-4F0D-A46D-1536C7F3D124}" type="pres">
      <dgm:prSet presAssocID="{5E24D2E4-0A9C-4286-8E45-C8F91BB0483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87D40AD-A8BC-4D2D-AFF2-A4A604962429}" type="pres">
      <dgm:prSet presAssocID="{5E24D2E4-0A9C-4286-8E45-C8F91BB0483B}" presName="iconSpace" presStyleCnt="0"/>
      <dgm:spPr/>
    </dgm:pt>
    <dgm:pt modelId="{6A0B04DB-724B-4D94-B059-765E29DF13AD}" type="pres">
      <dgm:prSet presAssocID="{5E24D2E4-0A9C-4286-8E45-C8F91BB0483B}" presName="parTx" presStyleLbl="revTx" presStyleIdx="6" presStyleCnt="8">
        <dgm:presLayoutVars>
          <dgm:chMax val="0"/>
          <dgm:chPref val="0"/>
        </dgm:presLayoutVars>
      </dgm:prSet>
      <dgm:spPr/>
    </dgm:pt>
    <dgm:pt modelId="{122118DC-5AB1-46C4-8E41-89791ED2BCB5}" type="pres">
      <dgm:prSet presAssocID="{5E24D2E4-0A9C-4286-8E45-C8F91BB0483B}" presName="txSpace" presStyleCnt="0"/>
      <dgm:spPr/>
    </dgm:pt>
    <dgm:pt modelId="{DEF204A0-5539-4A23-B0AD-97AE7F0D362E}" type="pres">
      <dgm:prSet presAssocID="{5E24D2E4-0A9C-4286-8E45-C8F91BB0483B}" presName="desTx" presStyleLbl="revTx" presStyleIdx="7" presStyleCnt="8">
        <dgm:presLayoutVars/>
      </dgm:prSet>
      <dgm:spPr/>
    </dgm:pt>
  </dgm:ptLst>
  <dgm:cxnLst>
    <dgm:cxn modelId="{B2E4A504-B97D-4F12-B302-8BFB0BD7FE7A}" type="presOf" srcId="{4A51B40F-C0E9-48E2-B921-6F96B07BA725}" destId="{607941C3-3D67-44F8-8E49-D06EFB37C417}" srcOrd="0" destOrd="0" presId="urn:microsoft.com/office/officeart/2018/5/layout/CenteredIconLabelDescriptionList"/>
    <dgm:cxn modelId="{8D7E760D-5322-4F56-A917-8F7A7E6314AF}" srcId="{76EBCBE2-A30E-406F-B9E9-B7CE9974498A}" destId="{4A51B40F-C0E9-48E2-B921-6F96B07BA725}" srcOrd="2" destOrd="0" parTransId="{17A2C1FA-A9D1-4163-B89D-5E2F8D102A4C}" sibTransId="{8933A169-E410-49C7-B6F9-40B21C35DE30}"/>
    <dgm:cxn modelId="{6C87B121-A789-4CF3-B101-DE6AEF709EFB}" srcId="{4A51B40F-C0E9-48E2-B921-6F96B07BA725}" destId="{3B211608-2ADA-4788-8833-498BB4CD6196}" srcOrd="2" destOrd="0" parTransId="{DE750892-6323-4343-A333-954D7DA45A54}" sibTransId="{9E1D6400-72C1-4AD1-AB56-112D5D307A63}"/>
    <dgm:cxn modelId="{0C791C35-FDE9-40BA-BBBB-F91DFE427CEA}" type="presOf" srcId="{D9D02DE1-F836-41CC-8778-449A72F73E13}" destId="{B780BE81-808A-4D8B-A08F-812BEAECAE7C}" srcOrd="0" destOrd="3" presId="urn:microsoft.com/office/officeart/2018/5/layout/CenteredIconLabelDescriptionList"/>
    <dgm:cxn modelId="{F6C4D135-3D8F-491E-9494-7F2D47DC40F2}" srcId="{76EBCBE2-A30E-406F-B9E9-B7CE9974498A}" destId="{5E24D2E4-0A9C-4286-8E45-C8F91BB0483B}" srcOrd="3" destOrd="0" parTransId="{D606C041-AAD6-4DF3-9CCD-93836B191EF3}" sibTransId="{248A1F16-439E-4AE6-8F27-44AFEAA14176}"/>
    <dgm:cxn modelId="{0D495D39-301C-4469-BC16-7BB648B2B765}" type="presOf" srcId="{3B211608-2ADA-4788-8833-498BB4CD6196}" destId="{B780BE81-808A-4D8B-A08F-812BEAECAE7C}" srcOrd="0" destOrd="2" presId="urn:microsoft.com/office/officeart/2018/5/layout/CenteredIconLabelDescriptionList"/>
    <dgm:cxn modelId="{F8C5F63C-210D-43C2-BA65-01E7E16C6575}" srcId="{C8CBF370-4992-4026-9130-F81C889E3643}" destId="{16F1A1CE-2908-4378-813C-2400CD0571A4}" srcOrd="0" destOrd="0" parTransId="{460B72F0-0C01-4509-BD7B-DFDDA868E86D}" sibTransId="{476C6C2A-18EC-4808-86EF-6E636BFD8AA3}"/>
    <dgm:cxn modelId="{DEE39849-99D7-49C4-9383-FBDA2F99ACCA}" type="presOf" srcId="{16F1A1CE-2908-4378-813C-2400CD0571A4}" destId="{1E5026E3-2650-41ED-85E8-550275D9D940}" srcOrd="0" destOrd="0" presId="urn:microsoft.com/office/officeart/2018/5/layout/CenteredIconLabelDescriptionList"/>
    <dgm:cxn modelId="{3B884F55-F027-49D6-9D9A-A7B318288A51}" srcId="{4A51B40F-C0E9-48E2-B921-6F96B07BA725}" destId="{275FC0B6-9381-4B29-AF17-D6FAA31553BF}" srcOrd="0" destOrd="0" parTransId="{2017EE07-DF39-4A21-8559-883672E02E21}" sibTransId="{C71C92C1-60A9-4F7C-BC8F-00F1C6C993C1}"/>
    <dgm:cxn modelId="{7F75AA5A-5889-4CB9-BB66-A35E3EC4AA72}" type="presOf" srcId="{A7F76248-E2F6-4951-B79F-E0588F318D6E}" destId="{DEF204A0-5539-4A23-B0AD-97AE7F0D362E}" srcOrd="0" destOrd="0" presId="urn:microsoft.com/office/officeart/2018/5/layout/CenteredIconLabelDescriptionList"/>
    <dgm:cxn modelId="{4B2A0A5E-D588-475A-95B1-DBFBAEEB3D63}" type="presOf" srcId="{C8CBF370-4992-4026-9130-F81C889E3643}" destId="{0C67995E-3F1B-4735-915B-A0D8909C8993}" srcOrd="0" destOrd="0" presId="urn:microsoft.com/office/officeart/2018/5/layout/CenteredIconLabelDescriptionList"/>
    <dgm:cxn modelId="{57CAB35E-1A45-4541-992B-6B09F763F92F}" srcId="{4A51B40F-C0E9-48E2-B921-6F96B07BA725}" destId="{074243EA-E436-4059-8217-C34622602496}" srcOrd="1" destOrd="0" parTransId="{21E694DF-353B-48C5-8740-6511B8B0F2EE}" sibTransId="{0B686114-14D3-4504-B656-E2622105AF2F}"/>
    <dgm:cxn modelId="{D3E26075-F246-4ECC-82C7-BC374D4A8F34}" srcId="{4A51B40F-C0E9-48E2-B921-6F96B07BA725}" destId="{D9D02DE1-F836-41CC-8778-449A72F73E13}" srcOrd="3" destOrd="0" parTransId="{671DDC2B-3F4F-42A6-8F8D-436979BE915E}" sibTransId="{283B0622-3F37-4794-8149-804386C03748}"/>
    <dgm:cxn modelId="{DEED3077-9037-4CAD-AE87-A3BE07DCB63D}" type="presOf" srcId="{275FC0B6-9381-4B29-AF17-D6FAA31553BF}" destId="{B780BE81-808A-4D8B-A08F-812BEAECAE7C}" srcOrd="0" destOrd="0" presId="urn:microsoft.com/office/officeart/2018/5/layout/CenteredIconLabelDescriptionList"/>
    <dgm:cxn modelId="{3CC4817E-0F63-4D65-9B92-428D92C868BE}" type="presOf" srcId="{DC27D573-981C-4677-9393-4AD226C1CE16}" destId="{400607B9-0700-42D3-B1D0-8B4F67D265A0}" srcOrd="0" destOrd="0" presId="urn:microsoft.com/office/officeart/2018/5/layout/CenteredIconLabelDescriptionList"/>
    <dgm:cxn modelId="{03210A8D-2677-4BE3-87FD-A58B22E6F955}" srcId="{76EBCBE2-A30E-406F-B9E9-B7CE9974498A}" destId="{C8CBF370-4992-4026-9130-F81C889E3643}" srcOrd="1" destOrd="0" parTransId="{04698CD5-AF9C-4000-BEE7-8459405D4AC4}" sibTransId="{CE5D55F0-D168-4351-8B29-4D4033D63431}"/>
    <dgm:cxn modelId="{EE68E58E-EF60-450F-AB99-3685D30A375F}" type="presOf" srcId="{5E24D2E4-0A9C-4286-8E45-C8F91BB0483B}" destId="{6A0B04DB-724B-4D94-B059-765E29DF13AD}" srcOrd="0" destOrd="0" presId="urn:microsoft.com/office/officeart/2018/5/layout/CenteredIconLabelDescriptionList"/>
    <dgm:cxn modelId="{EDD59D94-E2E1-40D4-9BC6-33D480E48D6F}" type="presOf" srcId="{074243EA-E436-4059-8217-C34622602496}" destId="{B780BE81-808A-4D8B-A08F-812BEAECAE7C}" srcOrd="0" destOrd="1" presId="urn:microsoft.com/office/officeart/2018/5/layout/CenteredIconLabelDescriptionList"/>
    <dgm:cxn modelId="{DD00DD99-D129-474F-A02F-A1B4471C5DBD}" srcId="{86706FDC-E988-4590-9716-58A2ABB3226F}" destId="{DC27D573-981C-4677-9393-4AD226C1CE16}" srcOrd="0" destOrd="0" parTransId="{4841F1FF-3FE1-4469-8B2B-23A64CE1897D}" sibTransId="{23D8B71F-7FA8-43A9-9084-EAE8827442B6}"/>
    <dgm:cxn modelId="{A57E64B8-4886-4055-9A90-39630E5BC9A1}" type="presOf" srcId="{86706FDC-E988-4590-9716-58A2ABB3226F}" destId="{AE02EE43-D4C9-4CCE-A77B-70F582C4EFFF}" srcOrd="0" destOrd="0" presId="urn:microsoft.com/office/officeart/2018/5/layout/CenteredIconLabelDescriptionList"/>
    <dgm:cxn modelId="{0CE700C5-B859-41D8-B227-DBB40CDB13B9}" type="presOf" srcId="{76EBCBE2-A30E-406F-B9E9-B7CE9974498A}" destId="{F8FDB236-DBB1-497B-BE5E-94BD4DCDBE5F}" srcOrd="0" destOrd="0" presId="urn:microsoft.com/office/officeart/2018/5/layout/CenteredIconLabelDescriptionList"/>
    <dgm:cxn modelId="{7218E9DA-FA35-4CB6-9CC3-C8B9AA470868}" srcId="{76EBCBE2-A30E-406F-B9E9-B7CE9974498A}" destId="{86706FDC-E988-4590-9716-58A2ABB3226F}" srcOrd="0" destOrd="0" parTransId="{BD0E932F-CBDE-4386-929D-27369091DFA3}" sibTransId="{06D8D061-1FC0-498E-81AE-2CB2E66DCCBA}"/>
    <dgm:cxn modelId="{623219FD-DE42-44B0-9716-A9F2F001E2FB}" srcId="{5E24D2E4-0A9C-4286-8E45-C8F91BB0483B}" destId="{A7F76248-E2F6-4951-B79F-E0588F318D6E}" srcOrd="0" destOrd="0" parTransId="{21FF16D4-B841-4F29-A93F-2ABF490747B3}" sibTransId="{4F5902E4-CCF2-49A9-8AC3-7181E32F8412}"/>
    <dgm:cxn modelId="{EAD3900A-03A5-4BDE-9E1D-C2C0426B5251}" type="presParOf" srcId="{F8FDB236-DBB1-497B-BE5E-94BD4DCDBE5F}" destId="{0679F171-C32D-4DAA-9C0F-BEF811AF858F}" srcOrd="0" destOrd="0" presId="urn:microsoft.com/office/officeart/2018/5/layout/CenteredIconLabelDescriptionList"/>
    <dgm:cxn modelId="{2E2ADA7A-B8EC-4EFF-AE46-AB6244AA9A57}" type="presParOf" srcId="{0679F171-C32D-4DAA-9C0F-BEF811AF858F}" destId="{B8462B8C-4271-4925-A888-A42E3B80B8FF}" srcOrd="0" destOrd="0" presId="urn:microsoft.com/office/officeart/2018/5/layout/CenteredIconLabelDescriptionList"/>
    <dgm:cxn modelId="{21B53B49-1E3C-4029-82A8-143597D45535}" type="presParOf" srcId="{0679F171-C32D-4DAA-9C0F-BEF811AF858F}" destId="{FECBC5B0-7ACC-48FA-9B52-E0712CADD880}" srcOrd="1" destOrd="0" presId="urn:microsoft.com/office/officeart/2018/5/layout/CenteredIconLabelDescriptionList"/>
    <dgm:cxn modelId="{2D6FD5DA-2C1A-48B6-AEA4-3321C907BEC4}" type="presParOf" srcId="{0679F171-C32D-4DAA-9C0F-BEF811AF858F}" destId="{AE02EE43-D4C9-4CCE-A77B-70F582C4EFFF}" srcOrd="2" destOrd="0" presId="urn:microsoft.com/office/officeart/2018/5/layout/CenteredIconLabelDescriptionList"/>
    <dgm:cxn modelId="{898C10F6-48FC-493C-9EFC-EBAF72281525}" type="presParOf" srcId="{0679F171-C32D-4DAA-9C0F-BEF811AF858F}" destId="{20A0A810-AF0F-4C9D-A3C6-CCAB2A31F722}" srcOrd="3" destOrd="0" presId="urn:microsoft.com/office/officeart/2018/5/layout/CenteredIconLabelDescriptionList"/>
    <dgm:cxn modelId="{4D21F662-6780-4336-88A1-88497AB9F5D1}" type="presParOf" srcId="{0679F171-C32D-4DAA-9C0F-BEF811AF858F}" destId="{400607B9-0700-42D3-B1D0-8B4F67D265A0}" srcOrd="4" destOrd="0" presId="urn:microsoft.com/office/officeart/2018/5/layout/CenteredIconLabelDescriptionList"/>
    <dgm:cxn modelId="{0EBB97F2-CA8E-4DD4-B5F9-25A01DB6A9BD}" type="presParOf" srcId="{F8FDB236-DBB1-497B-BE5E-94BD4DCDBE5F}" destId="{E8E80221-A8BB-4E6E-B17E-68DD16BDD2FB}" srcOrd="1" destOrd="0" presId="urn:microsoft.com/office/officeart/2018/5/layout/CenteredIconLabelDescriptionList"/>
    <dgm:cxn modelId="{44AEABAE-2FD0-4E77-9716-0C42ABAF6967}" type="presParOf" srcId="{F8FDB236-DBB1-497B-BE5E-94BD4DCDBE5F}" destId="{F10C2BD0-5157-47AB-88E2-9F48D6B761BB}" srcOrd="2" destOrd="0" presId="urn:microsoft.com/office/officeart/2018/5/layout/CenteredIconLabelDescriptionList"/>
    <dgm:cxn modelId="{D94F132A-0018-473D-BAD7-CD0EC9551C24}" type="presParOf" srcId="{F10C2BD0-5157-47AB-88E2-9F48D6B761BB}" destId="{8E2C53A7-AC4C-4C49-BF25-20DA508F3F09}" srcOrd="0" destOrd="0" presId="urn:microsoft.com/office/officeart/2018/5/layout/CenteredIconLabelDescriptionList"/>
    <dgm:cxn modelId="{F27B9E4F-61FE-43AF-97E2-2C61CB213B3B}" type="presParOf" srcId="{F10C2BD0-5157-47AB-88E2-9F48D6B761BB}" destId="{695055A4-A86D-4CE8-AA82-9295588DACFD}" srcOrd="1" destOrd="0" presId="urn:microsoft.com/office/officeart/2018/5/layout/CenteredIconLabelDescriptionList"/>
    <dgm:cxn modelId="{91296F18-5822-42F7-B51C-039824A3952F}" type="presParOf" srcId="{F10C2BD0-5157-47AB-88E2-9F48D6B761BB}" destId="{0C67995E-3F1B-4735-915B-A0D8909C8993}" srcOrd="2" destOrd="0" presId="urn:microsoft.com/office/officeart/2018/5/layout/CenteredIconLabelDescriptionList"/>
    <dgm:cxn modelId="{C77DABD5-8501-429D-8552-191258241B07}" type="presParOf" srcId="{F10C2BD0-5157-47AB-88E2-9F48D6B761BB}" destId="{B5E54D2B-4E97-4EBF-9873-93D0103E733C}" srcOrd="3" destOrd="0" presId="urn:microsoft.com/office/officeart/2018/5/layout/CenteredIconLabelDescriptionList"/>
    <dgm:cxn modelId="{49B7132D-F379-403F-AA79-1C495451A45C}" type="presParOf" srcId="{F10C2BD0-5157-47AB-88E2-9F48D6B761BB}" destId="{1E5026E3-2650-41ED-85E8-550275D9D940}" srcOrd="4" destOrd="0" presId="urn:microsoft.com/office/officeart/2018/5/layout/CenteredIconLabelDescriptionList"/>
    <dgm:cxn modelId="{3E1CB4CE-4F0C-4DCC-A3C9-2CC76C51CB10}" type="presParOf" srcId="{F8FDB236-DBB1-497B-BE5E-94BD4DCDBE5F}" destId="{2917BD2A-9FCD-4D5E-A2F3-A79757038327}" srcOrd="3" destOrd="0" presId="urn:microsoft.com/office/officeart/2018/5/layout/CenteredIconLabelDescriptionList"/>
    <dgm:cxn modelId="{DFD0C56C-4DEE-4B0E-B885-5FBCA5A58D05}" type="presParOf" srcId="{F8FDB236-DBB1-497B-BE5E-94BD4DCDBE5F}" destId="{482E9DD2-893A-4892-91A5-6C115371A2A8}" srcOrd="4" destOrd="0" presId="urn:microsoft.com/office/officeart/2018/5/layout/CenteredIconLabelDescriptionList"/>
    <dgm:cxn modelId="{CC0AFEC8-A8C6-4FDB-9A16-857D5E131708}" type="presParOf" srcId="{482E9DD2-893A-4892-91A5-6C115371A2A8}" destId="{DA066211-4D60-496B-B05F-86441AF1610A}" srcOrd="0" destOrd="0" presId="urn:microsoft.com/office/officeart/2018/5/layout/CenteredIconLabelDescriptionList"/>
    <dgm:cxn modelId="{3AE3BDB1-066F-4DB9-A36C-EBB61F83266D}" type="presParOf" srcId="{482E9DD2-893A-4892-91A5-6C115371A2A8}" destId="{2D040AA4-E744-429C-9336-CF86F92BE235}" srcOrd="1" destOrd="0" presId="urn:microsoft.com/office/officeart/2018/5/layout/CenteredIconLabelDescriptionList"/>
    <dgm:cxn modelId="{B8D1D3BA-7F1E-4519-9A3E-3354233B15F9}" type="presParOf" srcId="{482E9DD2-893A-4892-91A5-6C115371A2A8}" destId="{607941C3-3D67-44F8-8E49-D06EFB37C417}" srcOrd="2" destOrd="0" presId="urn:microsoft.com/office/officeart/2018/5/layout/CenteredIconLabelDescriptionList"/>
    <dgm:cxn modelId="{48AF6C81-EE3B-426A-B918-FE13931E2923}" type="presParOf" srcId="{482E9DD2-893A-4892-91A5-6C115371A2A8}" destId="{94CD63FF-42DC-4BF9-8048-FE94D9901161}" srcOrd="3" destOrd="0" presId="urn:microsoft.com/office/officeart/2018/5/layout/CenteredIconLabelDescriptionList"/>
    <dgm:cxn modelId="{78CF6773-5F02-4C61-948B-5F22002BB177}" type="presParOf" srcId="{482E9DD2-893A-4892-91A5-6C115371A2A8}" destId="{B780BE81-808A-4D8B-A08F-812BEAECAE7C}" srcOrd="4" destOrd="0" presId="urn:microsoft.com/office/officeart/2018/5/layout/CenteredIconLabelDescriptionList"/>
    <dgm:cxn modelId="{E7CC62A0-5B02-474A-8927-161F5D2539F0}" type="presParOf" srcId="{F8FDB236-DBB1-497B-BE5E-94BD4DCDBE5F}" destId="{7DDDA97A-CC8E-42B4-ACE5-B8694DD48186}" srcOrd="5" destOrd="0" presId="urn:microsoft.com/office/officeart/2018/5/layout/CenteredIconLabelDescriptionList"/>
    <dgm:cxn modelId="{DBC8F323-D726-4122-BEE8-20EA2837C8E5}" type="presParOf" srcId="{F8FDB236-DBB1-497B-BE5E-94BD4DCDBE5F}" destId="{00B47C5D-6237-4EBE-9FE1-212C14FB7EB9}" srcOrd="6" destOrd="0" presId="urn:microsoft.com/office/officeart/2018/5/layout/CenteredIconLabelDescriptionList"/>
    <dgm:cxn modelId="{19D5AE06-D41E-4F8B-8804-C1C7CED89728}" type="presParOf" srcId="{00B47C5D-6237-4EBE-9FE1-212C14FB7EB9}" destId="{2A12CC32-B35C-4F0D-A46D-1536C7F3D124}" srcOrd="0" destOrd="0" presId="urn:microsoft.com/office/officeart/2018/5/layout/CenteredIconLabelDescriptionList"/>
    <dgm:cxn modelId="{65EC9A74-51B6-4C1C-9966-DC3377C1CF90}" type="presParOf" srcId="{00B47C5D-6237-4EBE-9FE1-212C14FB7EB9}" destId="{C87D40AD-A8BC-4D2D-AFF2-A4A604962429}" srcOrd="1" destOrd="0" presId="urn:microsoft.com/office/officeart/2018/5/layout/CenteredIconLabelDescriptionList"/>
    <dgm:cxn modelId="{46B9ADB1-9015-49DB-9B91-2C79EB127B63}" type="presParOf" srcId="{00B47C5D-6237-4EBE-9FE1-212C14FB7EB9}" destId="{6A0B04DB-724B-4D94-B059-765E29DF13AD}" srcOrd="2" destOrd="0" presId="urn:microsoft.com/office/officeart/2018/5/layout/CenteredIconLabelDescriptionList"/>
    <dgm:cxn modelId="{4091CD78-BCAC-4A5E-9024-0AE436C99544}" type="presParOf" srcId="{00B47C5D-6237-4EBE-9FE1-212C14FB7EB9}" destId="{122118DC-5AB1-46C4-8E41-89791ED2BCB5}" srcOrd="3" destOrd="0" presId="urn:microsoft.com/office/officeart/2018/5/layout/CenteredIconLabelDescriptionList"/>
    <dgm:cxn modelId="{5621B930-FE29-4CDC-8233-EAD8684C5399}" type="presParOf" srcId="{00B47C5D-6237-4EBE-9FE1-212C14FB7EB9}" destId="{DEF204A0-5539-4A23-B0AD-97AE7F0D362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24DFE9-52AB-438E-B223-667CCEBA848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116EEED-D8C2-451E-B24F-0AAD33C4EC09}">
      <dgm:prSet/>
      <dgm:spPr/>
      <dgm:t>
        <a:bodyPr/>
        <a:lstStyle/>
        <a:p>
          <a:r>
            <a:rPr lang="en-GB" b="0" i="0"/>
            <a:t>Wants = remaining income after needs and savings</a:t>
          </a:r>
          <a:endParaRPr lang="en-US"/>
        </a:p>
      </dgm:t>
    </dgm:pt>
    <dgm:pt modelId="{9FB4AB03-B522-4D62-8188-56778863684D}" type="parTrans" cxnId="{BEEE817B-B9E6-4639-949D-1A4509EAF26C}">
      <dgm:prSet/>
      <dgm:spPr/>
      <dgm:t>
        <a:bodyPr/>
        <a:lstStyle/>
        <a:p>
          <a:endParaRPr lang="en-US"/>
        </a:p>
      </dgm:t>
    </dgm:pt>
    <dgm:pt modelId="{CE4D41F2-8AFD-4E7C-A100-5FC6F7CC0EA8}" type="sibTrans" cxnId="{BEEE817B-B9E6-4639-949D-1A4509EAF26C}">
      <dgm:prSet/>
      <dgm:spPr/>
      <dgm:t>
        <a:bodyPr/>
        <a:lstStyle/>
        <a:p>
          <a:endParaRPr lang="en-US"/>
        </a:p>
      </dgm:t>
    </dgm:pt>
    <dgm:pt modelId="{AACFBF37-E09A-4F68-ACC8-710B807C4628}">
      <dgm:prSet/>
      <dgm:spPr/>
      <dgm:t>
        <a:bodyPr/>
        <a:lstStyle/>
        <a:p>
          <a:r>
            <a:rPr lang="en-GB" b="0" i="0"/>
            <a:t>Automatically adjusts spending limits</a:t>
          </a:r>
          <a:endParaRPr lang="en-US"/>
        </a:p>
      </dgm:t>
    </dgm:pt>
    <dgm:pt modelId="{B37DD4AF-E77F-4111-A0CF-460589EC1C4B}" type="parTrans" cxnId="{B8E87F80-EE34-4C43-B4A9-91A6D449F04D}">
      <dgm:prSet/>
      <dgm:spPr/>
      <dgm:t>
        <a:bodyPr/>
        <a:lstStyle/>
        <a:p>
          <a:endParaRPr lang="en-US"/>
        </a:p>
      </dgm:t>
    </dgm:pt>
    <dgm:pt modelId="{816A8D3D-8399-4CB2-90AF-F0301CAE9263}" type="sibTrans" cxnId="{B8E87F80-EE34-4C43-B4A9-91A6D449F04D}">
      <dgm:prSet/>
      <dgm:spPr/>
      <dgm:t>
        <a:bodyPr/>
        <a:lstStyle/>
        <a:p>
          <a:endParaRPr lang="en-US"/>
        </a:p>
      </dgm:t>
    </dgm:pt>
    <dgm:pt modelId="{185D5B73-1416-46C5-98F1-D787C1325149}">
      <dgm:prSet/>
      <dgm:spPr/>
      <dgm:t>
        <a:bodyPr/>
        <a:lstStyle/>
        <a:p>
          <a:r>
            <a:rPr lang="en-GB" b="0" i="0"/>
            <a:t>Alerts user if:</a:t>
          </a:r>
          <a:endParaRPr lang="en-US"/>
        </a:p>
      </dgm:t>
    </dgm:pt>
    <dgm:pt modelId="{7A813290-8778-4D11-BC33-952CB788689E}" type="parTrans" cxnId="{749442A9-190C-406A-AD20-76F0742DFCAE}">
      <dgm:prSet/>
      <dgm:spPr/>
      <dgm:t>
        <a:bodyPr/>
        <a:lstStyle/>
        <a:p>
          <a:endParaRPr lang="en-US"/>
        </a:p>
      </dgm:t>
    </dgm:pt>
    <dgm:pt modelId="{AE888B66-CA8C-4C0D-8601-47581C565774}" type="sibTrans" cxnId="{749442A9-190C-406A-AD20-76F0742DFCAE}">
      <dgm:prSet/>
      <dgm:spPr/>
      <dgm:t>
        <a:bodyPr/>
        <a:lstStyle/>
        <a:p>
          <a:endParaRPr lang="en-US"/>
        </a:p>
      </dgm:t>
    </dgm:pt>
    <dgm:pt modelId="{BD34B7ED-06D7-4F76-8DB1-4C201BFDC2E6}">
      <dgm:prSet/>
      <dgm:spPr/>
      <dgm:t>
        <a:bodyPr/>
        <a:lstStyle/>
        <a:p>
          <a:r>
            <a:rPr lang="en-GB" b="0" i="0"/>
            <a:t>Overspending occurs</a:t>
          </a:r>
          <a:endParaRPr lang="en-US"/>
        </a:p>
      </dgm:t>
    </dgm:pt>
    <dgm:pt modelId="{13F37F77-8D71-48F3-89A8-1D90EC09891A}" type="parTrans" cxnId="{3C44D6A5-AD82-40F7-AD8F-515E0F6072CE}">
      <dgm:prSet/>
      <dgm:spPr/>
      <dgm:t>
        <a:bodyPr/>
        <a:lstStyle/>
        <a:p>
          <a:endParaRPr lang="en-US"/>
        </a:p>
      </dgm:t>
    </dgm:pt>
    <dgm:pt modelId="{B41A7029-7C18-43FF-B570-F0D7ED9D71CC}" type="sibTrans" cxnId="{3C44D6A5-AD82-40F7-AD8F-515E0F6072CE}">
      <dgm:prSet/>
      <dgm:spPr/>
      <dgm:t>
        <a:bodyPr/>
        <a:lstStyle/>
        <a:p>
          <a:endParaRPr lang="en-US"/>
        </a:p>
      </dgm:t>
    </dgm:pt>
    <dgm:pt modelId="{202322F3-B382-47D8-9DF0-831D4D6E527A}">
      <dgm:prSet/>
      <dgm:spPr/>
      <dgm:t>
        <a:bodyPr/>
        <a:lstStyle/>
        <a:p>
          <a:r>
            <a:rPr lang="en-GB" b="0" i="0"/>
            <a:t>No savings detected</a:t>
          </a:r>
          <a:endParaRPr lang="en-US"/>
        </a:p>
      </dgm:t>
    </dgm:pt>
    <dgm:pt modelId="{328C4ADA-D48C-45FF-A78D-4D9141A21C53}" type="parTrans" cxnId="{8655E88A-F77F-489D-B91C-046346270191}">
      <dgm:prSet/>
      <dgm:spPr/>
      <dgm:t>
        <a:bodyPr/>
        <a:lstStyle/>
        <a:p>
          <a:endParaRPr lang="en-US"/>
        </a:p>
      </dgm:t>
    </dgm:pt>
    <dgm:pt modelId="{FFD06310-A609-48EA-869A-59EEA434C651}" type="sibTrans" cxnId="{8655E88A-F77F-489D-B91C-046346270191}">
      <dgm:prSet/>
      <dgm:spPr/>
      <dgm:t>
        <a:bodyPr/>
        <a:lstStyle/>
        <a:p>
          <a:endParaRPr lang="en-US"/>
        </a:p>
      </dgm:t>
    </dgm:pt>
    <dgm:pt modelId="{03694E54-202F-4CC5-B33B-1B3C93901390}">
      <dgm:prSet/>
      <dgm:spPr/>
      <dgm:t>
        <a:bodyPr/>
        <a:lstStyle/>
        <a:p>
          <a:r>
            <a:rPr lang="en-GB" b="0" i="0"/>
            <a:t>Monthly loss occurs</a:t>
          </a:r>
          <a:endParaRPr lang="en-US"/>
        </a:p>
      </dgm:t>
    </dgm:pt>
    <dgm:pt modelId="{BBB6E32F-83CF-424D-9448-47C80D7EFA04}" type="parTrans" cxnId="{CCEAFB3F-704F-4527-92CE-CE2C2956CB75}">
      <dgm:prSet/>
      <dgm:spPr/>
      <dgm:t>
        <a:bodyPr/>
        <a:lstStyle/>
        <a:p>
          <a:endParaRPr lang="en-US"/>
        </a:p>
      </dgm:t>
    </dgm:pt>
    <dgm:pt modelId="{875C4BDE-1CEB-4FA7-9718-3ACF21ADD34D}" type="sibTrans" cxnId="{CCEAFB3F-704F-4527-92CE-CE2C2956CB75}">
      <dgm:prSet/>
      <dgm:spPr/>
      <dgm:t>
        <a:bodyPr/>
        <a:lstStyle/>
        <a:p>
          <a:endParaRPr lang="en-US"/>
        </a:p>
      </dgm:t>
    </dgm:pt>
    <dgm:pt modelId="{A142657F-4E3F-4D94-925B-AB5980120229}">
      <dgm:prSet/>
      <dgm:spPr/>
      <dgm:t>
        <a:bodyPr/>
        <a:lstStyle/>
        <a:p>
          <a:r>
            <a:rPr lang="en-GB" b="0" i="0"/>
            <a:t>Provides percentage breakdown of spending</a:t>
          </a:r>
          <a:endParaRPr lang="en-US"/>
        </a:p>
      </dgm:t>
    </dgm:pt>
    <dgm:pt modelId="{7B3F43D4-FD56-4D54-B821-5287378988E4}" type="parTrans" cxnId="{70622D6B-4CBF-40EB-8D51-10F429A03CE3}">
      <dgm:prSet/>
      <dgm:spPr/>
      <dgm:t>
        <a:bodyPr/>
        <a:lstStyle/>
        <a:p>
          <a:endParaRPr lang="en-US"/>
        </a:p>
      </dgm:t>
    </dgm:pt>
    <dgm:pt modelId="{A632E6CC-C7A6-47CA-BCC9-94588115570D}" type="sibTrans" cxnId="{70622D6B-4CBF-40EB-8D51-10F429A03CE3}">
      <dgm:prSet/>
      <dgm:spPr/>
      <dgm:t>
        <a:bodyPr/>
        <a:lstStyle/>
        <a:p>
          <a:endParaRPr lang="en-US"/>
        </a:p>
      </dgm:t>
    </dgm:pt>
    <dgm:pt modelId="{F6C605E3-3F52-4543-9619-2B2E9AE7995F}" type="pres">
      <dgm:prSet presAssocID="{7B24DFE9-52AB-438E-B223-667CCEBA84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5D4D87-9646-FD47-A61F-98E4B9C13C81}" type="pres">
      <dgm:prSet presAssocID="{8116EEED-D8C2-451E-B24F-0AAD33C4EC09}" presName="hierRoot1" presStyleCnt="0"/>
      <dgm:spPr/>
    </dgm:pt>
    <dgm:pt modelId="{EBB03738-A54C-4445-A084-EBE719DB9023}" type="pres">
      <dgm:prSet presAssocID="{8116EEED-D8C2-451E-B24F-0AAD33C4EC09}" presName="composite" presStyleCnt="0"/>
      <dgm:spPr/>
    </dgm:pt>
    <dgm:pt modelId="{394D4306-675C-AC47-80E3-1936ADFF0CC1}" type="pres">
      <dgm:prSet presAssocID="{8116EEED-D8C2-451E-B24F-0AAD33C4EC09}" presName="background" presStyleLbl="node0" presStyleIdx="0" presStyleCnt="4"/>
      <dgm:spPr/>
    </dgm:pt>
    <dgm:pt modelId="{2B44B5A1-65E9-5041-A5ED-C286597C2F76}" type="pres">
      <dgm:prSet presAssocID="{8116EEED-D8C2-451E-B24F-0AAD33C4EC09}" presName="text" presStyleLbl="fgAcc0" presStyleIdx="0" presStyleCnt="4">
        <dgm:presLayoutVars>
          <dgm:chPref val="3"/>
        </dgm:presLayoutVars>
      </dgm:prSet>
      <dgm:spPr/>
    </dgm:pt>
    <dgm:pt modelId="{76BB9A15-C04B-6B48-907D-1B5901DAE0A9}" type="pres">
      <dgm:prSet presAssocID="{8116EEED-D8C2-451E-B24F-0AAD33C4EC09}" presName="hierChild2" presStyleCnt="0"/>
      <dgm:spPr/>
    </dgm:pt>
    <dgm:pt modelId="{3E53AA77-D099-0C4B-BE44-D4E276256759}" type="pres">
      <dgm:prSet presAssocID="{AACFBF37-E09A-4F68-ACC8-710B807C4628}" presName="hierRoot1" presStyleCnt="0"/>
      <dgm:spPr/>
    </dgm:pt>
    <dgm:pt modelId="{C0F05148-8C3E-C44A-AEDB-B010D63B6133}" type="pres">
      <dgm:prSet presAssocID="{AACFBF37-E09A-4F68-ACC8-710B807C4628}" presName="composite" presStyleCnt="0"/>
      <dgm:spPr/>
    </dgm:pt>
    <dgm:pt modelId="{B7D2ED03-0C7D-5043-8B10-7E596875A929}" type="pres">
      <dgm:prSet presAssocID="{AACFBF37-E09A-4F68-ACC8-710B807C4628}" presName="background" presStyleLbl="node0" presStyleIdx="1" presStyleCnt="4"/>
      <dgm:spPr/>
    </dgm:pt>
    <dgm:pt modelId="{07BFC435-4587-9E43-BF57-47926DBD3B77}" type="pres">
      <dgm:prSet presAssocID="{AACFBF37-E09A-4F68-ACC8-710B807C4628}" presName="text" presStyleLbl="fgAcc0" presStyleIdx="1" presStyleCnt="4">
        <dgm:presLayoutVars>
          <dgm:chPref val="3"/>
        </dgm:presLayoutVars>
      </dgm:prSet>
      <dgm:spPr/>
    </dgm:pt>
    <dgm:pt modelId="{A41DAC42-27B2-1D40-8B3E-D14737E241B3}" type="pres">
      <dgm:prSet presAssocID="{AACFBF37-E09A-4F68-ACC8-710B807C4628}" presName="hierChild2" presStyleCnt="0"/>
      <dgm:spPr/>
    </dgm:pt>
    <dgm:pt modelId="{B78404BD-1FE6-5949-9E94-04C12806B5C4}" type="pres">
      <dgm:prSet presAssocID="{185D5B73-1416-46C5-98F1-D787C1325149}" presName="hierRoot1" presStyleCnt="0"/>
      <dgm:spPr/>
    </dgm:pt>
    <dgm:pt modelId="{FB9F488E-B596-6F44-B073-FAB8FFCCA4E4}" type="pres">
      <dgm:prSet presAssocID="{185D5B73-1416-46C5-98F1-D787C1325149}" presName="composite" presStyleCnt="0"/>
      <dgm:spPr/>
    </dgm:pt>
    <dgm:pt modelId="{AF968E6F-EE9A-0449-A8CF-474BC5AF59F1}" type="pres">
      <dgm:prSet presAssocID="{185D5B73-1416-46C5-98F1-D787C1325149}" presName="background" presStyleLbl="node0" presStyleIdx="2" presStyleCnt="4"/>
      <dgm:spPr/>
    </dgm:pt>
    <dgm:pt modelId="{D804DC5D-A805-6349-B6E9-03634D93D046}" type="pres">
      <dgm:prSet presAssocID="{185D5B73-1416-46C5-98F1-D787C1325149}" presName="text" presStyleLbl="fgAcc0" presStyleIdx="2" presStyleCnt="4">
        <dgm:presLayoutVars>
          <dgm:chPref val="3"/>
        </dgm:presLayoutVars>
      </dgm:prSet>
      <dgm:spPr/>
    </dgm:pt>
    <dgm:pt modelId="{0ABD8162-945D-CD43-B761-ED63FEF658AA}" type="pres">
      <dgm:prSet presAssocID="{185D5B73-1416-46C5-98F1-D787C1325149}" presName="hierChild2" presStyleCnt="0"/>
      <dgm:spPr/>
    </dgm:pt>
    <dgm:pt modelId="{7465A879-FE9E-0248-AD75-819DA3ECECF7}" type="pres">
      <dgm:prSet presAssocID="{13F37F77-8D71-48F3-89A8-1D90EC09891A}" presName="Name10" presStyleLbl="parChTrans1D2" presStyleIdx="0" presStyleCnt="3"/>
      <dgm:spPr/>
    </dgm:pt>
    <dgm:pt modelId="{AC3FE68A-6CD8-954C-B759-C3AC858EEECD}" type="pres">
      <dgm:prSet presAssocID="{BD34B7ED-06D7-4F76-8DB1-4C201BFDC2E6}" presName="hierRoot2" presStyleCnt="0"/>
      <dgm:spPr/>
    </dgm:pt>
    <dgm:pt modelId="{3B36D553-A0C1-EA42-A311-34ED0DCEB2D1}" type="pres">
      <dgm:prSet presAssocID="{BD34B7ED-06D7-4F76-8DB1-4C201BFDC2E6}" presName="composite2" presStyleCnt="0"/>
      <dgm:spPr/>
    </dgm:pt>
    <dgm:pt modelId="{91C9F68E-7B60-0C4E-834E-A6EE1FD5B893}" type="pres">
      <dgm:prSet presAssocID="{BD34B7ED-06D7-4F76-8DB1-4C201BFDC2E6}" presName="background2" presStyleLbl="node2" presStyleIdx="0" presStyleCnt="3"/>
      <dgm:spPr/>
    </dgm:pt>
    <dgm:pt modelId="{405F8E39-4ADB-D54C-A127-2B7DC406832F}" type="pres">
      <dgm:prSet presAssocID="{BD34B7ED-06D7-4F76-8DB1-4C201BFDC2E6}" presName="text2" presStyleLbl="fgAcc2" presStyleIdx="0" presStyleCnt="3">
        <dgm:presLayoutVars>
          <dgm:chPref val="3"/>
        </dgm:presLayoutVars>
      </dgm:prSet>
      <dgm:spPr/>
    </dgm:pt>
    <dgm:pt modelId="{1040A2BE-6A19-6842-BA0A-23166902AA6E}" type="pres">
      <dgm:prSet presAssocID="{BD34B7ED-06D7-4F76-8DB1-4C201BFDC2E6}" presName="hierChild3" presStyleCnt="0"/>
      <dgm:spPr/>
    </dgm:pt>
    <dgm:pt modelId="{7ABD0F7E-AAFD-FD46-B90E-AF055C2AB3B0}" type="pres">
      <dgm:prSet presAssocID="{328C4ADA-D48C-45FF-A78D-4D9141A21C53}" presName="Name10" presStyleLbl="parChTrans1D2" presStyleIdx="1" presStyleCnt="3"/>
      <dgm:spPr/>
    </dgm:pt>
    <dgm:pt modelId="{AE1A5064-3D59-7141-B580-B40769834FE1}" type="pres">
      <dgm:prSet presAssocID="{202322F3-B382-47D8-9DF0-831D4D6E527A}" presName="hierRoot2" presStyleCnt="0"/>
      <dgm:spPr/>
    </dgm:pt>
    <dgm:pt modelId="{0C73E470-9474-2349-AFF9-6B24AFE6FDBF}" type="pres">
      <dgm:prSet presAssocID="{202322F3-B382-47D8-9DF0-831D4D6E527A}" presName="composite2" presStyleCnt="0"/>
      <dgm:spPr/>
    </dgm:pt>
    <dgm:pt modelId="{C2DCFDBA-8D00-3741-BD20-815691AD1267}" type="pres">
      <dgm:prSet presAssocID="{202322F3-B382-47D8-9DF0-831D4D6E527A}" presName="background2" presStyleLbl="node2" presStyleIdx="1" presStyleCnt="3"/>
      <dgm:spPr/>
    </dgm:pt>
    <dgm:pt modelId="{27916D51-0DD3-154E-9CF1-267BB23F8A0E}" type="pres">
      <dgm:prSet presAssocID="{202322F3-B382-47D8-9DF0-831D4D6E527A}" presName="text2" presStyleLbl="fgAcc2" presStyleIdx="1" presStyleCnt="3">
        <dgm:presLayoutVars>
          <dgm:chPref val="3"/>
        </dgm:presLayoutVars>
      </dgm:prSet>
      <dgm:spPr/>
    </dgm:pt>
    <dgm:pt modelId="{55099699-2AFA-194E-951F-9E9A36282C63}" type="pres">
      <dgm:prSet presAssocID="{202322F3-B382-47D8-9DF0-831D4D6E527A}" presName="hierChild3" presStyleCnt="0"/>
      <dgm:spPr/>
    </dgm:pt>
    <dgm:pt modelId="{5C0C2A1E-C453-9640-9E74-43BA46EC703A}" type="pres">
      <dgm:prSet presAssocID="{BBB6E32F-83CF-424D-9448-47C80D7EFA04}" presName="Name10" presStyleLbl="parChTrans1D2" presStyleIdx="2" presStyleCnt="3"/>
      <dgm:spPr/>
    </dgm:pt>
    <dgm:pt modelId="{F586B992-300E-B945-ABE4-9676B259547C}" type="pres">
      <dgm:prSet presAssocID="{03694E54-202F-4CC5-B33B-1B3C93901390}" presName="hierRoot2" presStyleCnt="0"/>
      <dgm:spPr/>
    </dgm:pt>
    <dgm:pt modelId="{41332314-EF13-884E-A09B-868838E660E0}" type="pres">
      <dgm:prSet presAssocID="{03694E54-202F-4CC5-B33B-1B3C93901390}" presName="composite2" presStyleCnt="0"/>
      <dgm:spPr/>
    </dgm:pt>
    <dgm:pt modelId="{53B82971-93BB-AE46-A1A2-E8BFDF9E1DCE}" type="pres">
      <dgm:prSet presAssocID="{03694E54-202F-4CC5-B33B-1B3C93901390}" presName="background2" presStyleLbl="node2" presStyleIdx="2" presStyleCnt="3"/>
      <dgm:spPr/>
    </dgm:pt>
    <dgm:pt modelId="{57F2F7BD-3E66-7341-99C0-8886D97F072A}" type="pres">
      <dgm:prSet presAssocID="{03694E54-202F-4CC5-B33B-1B3C93901390}" presName="text2" presStyleLbl="fgAcc2" presStyleIdx="2" presStyleCnt="3">
        <dgm:presLayoutVars>
          <dgm:chPref val="3"/>
        </dgm:presLayoutVars>
      </dgm:prSet>
      <dgm:spPr/>
    </dgm:pt>
    <dgm:pt modelId="{7C7B18FD-1348-6043-BA0A-A0FAC000820F}" type="pres">
      <dgm:prSet presAssocID="{03694E54-202F-4CC5-B33B-1B3C93901390}" presName="hierChild3" presStyleCnt="0"/>
      <dgm:spPr/>
    </dgm:pt>
    <dgm:pt modelId="{7F3B9FF6-CE29-4F4B-883B-3FC49E6851AD}" type="pres">
      <dgm:prSet presAssocID="{A142657F-4E3F-4D94-925B-AB5980120229}" presName="hierRoot1" presStyleCnt="0"/>
      <dgm:spPr/>
    </dgm:pt>
    <dgm:pt modelId="{C3B9EE78-5FE9-6E41-9B25-034B8DD89AA0}" type="pres">
      <dgm:prSet presAssocID="{A142657F-4E3F-4D94-925B-AB5980120229}" presName="composite" presStyleCnt="0"/>
      <dgm:spPr/>
    </dgm:pt>
    <dgm:pt modelId="{503B344B-5CC7-E44A-8840-984C90F55002}" type="pres">
      <dgm:prSet presAssocID="{A142657F-4E3F-4D94-925B-AB5980120229}" presName="background" presStyleLbl="node0" presStyleIdx="3" presStyleCnt="4"/>
      <dgm:spPr/>
    </dgm:pt>
    <dgm:pt modelId="{64C50094-3570-934F-8A38-BD78F86B074E}" type="pres">
      <dgm:prSet presAssocID="{A142657F-4E3F-4D94-925B-AB5980120229}" presName="text" presStyleLbl="fgAcc0" presStyleIdx="3" presStyleCnt="4">
        <dgm:presLayoutVars>
          <dgm:chPref val="3"/>
        </dgm:presLayoutVars>
      </dgm:prSet>
      <dgm:spPr/>
    </dgm:pt>
    <dgm:pt modelId="{1F578A88-1E98-2845-BEF5-BA90E9A2B433}" type="pres">
      <dgm:prSet presAssocID="{A142657F-4E3F-4D94-925B-AB5980120229}" presName="hierChild2" presStyleCnt="0"/>
      <dgm:spPr/>
    </dgm:pt>
  </dgm:ptLst>
  <dgm:cxnLst>
    <dgm:cxn modelId="{01973434-9528-4D4A-98F1-1E5AA38C400D}" type="presOf" srcId="{185D5B73-1416-46C5-98F1-D787C1325149}" destId="{D804DC5D-A805-6349-B6E9-03634D93D046}" srcOrd="0" destOrd="0" presId="urn:microsoft.com/office/officeart/2005/8/layout/hierarchy1"/>
    <dgm:cxn modelId="{CCEAFB3F-704F-4527-92CE-CE2C2956CB75}" srcId="{185D5B73-1416-46C5-98F1-D787C1325149}" destId="{03694E54-202F-4CC5-B33B-1B3C93901390}" srcOrd="2" destOrd="0" parTransId="{BBB6E32F-83CF-424D-9448-47C80D7EFA04}" sibTransId="{875C4BDE-1CEB-4FA7-9718-3ACF21ADD34D}"/>
    <dgm:cxn modelId="{B35F8843-9E2C-FC42-A691-182A23CC286E}" type="presOf" srcId="{BBB6E32F-83CF-424D-9448-47C80D7EFA04}" destId="{5C0C2A1E-C453-9640-9E74-43BA46EC703A}" srcOrd="0" destOrd="0" presId="urn:microsoft.com/office/officeart/2005/8/layout/hierarchy1"/>
    <dgm:cxn modelId="{7527AC66-B424-0E46-9904-71EEEB55E435}" type="presOf" srcId="{328C4ADA-D48C-45FF-A78D-4D9141A21C53}" destId="{7ABD0F7E-AAFD-FD46-B90E-AF055C2AB3B0}" srcOrd="0" destOrd="0" presId="urn:microsoft.com/office/officeart/2005/8/layout/hierarchy1"/>
    <dgm:cxn modelId="{70622D6B-4CBF-40EB-8D51-10F429A03CE3}" srcId="{7B24DFE9-52AB-438E-B223-667CCEBA8481}" destId="{A142657F-4E3F-4D94-925B-AB5980120229}" srcOrd="3" destOrd="0" parTransId="{7B3F43D4-FD56-4D54-B821-5287378988E4}" sibTransId="{A632E6CC-C7A6-47CA-BCC9-94588115570D}"/>
    <dgm:cxn modelId="{43FBD373-1E4C-EC4D-B0D0-FA6FF7FF0814}" type="presOf" srcId="{03694E54-202F-4CC5-B33B-1B3C93901390}" destId="{57F2F7BD-3E66-7341-99C0-8886D97F072A}" srcOrd="0" destOrd="0" presId="urn:microsoft.com/office/officeart/2005/8/layout/hierarchy1"/>
    <dgm:cxn modelId="{BEEE817B-B9E6-4639-949D-1A4509EAF26C}" srcId="{7B24DFE9-52AB-438E-B223-667CCEBA8481}" destId="{8116EEED-D8C2-451E-B24F-0AAD33C4EC09}" srcOrd="0" destOrd="0" parTransId="{9FB4AB03-B522-4D62-8188-56778863684D}" sibTransId="{CE4D41F2-8AFD-4E7C-A100-5FC6F7CC0EA8}"/>
    <dgm:cxn modelId="{B8E87F80-EE34-4C43-B4A9-91A6D449F04D}" srcId="{7B24DFE9-52AB-438E-B223-667CCEBA8481}" destId="{AACFBF37-E09A-4F68-ACC8-710B807C4628}" srcOrd="1" destOrd="0" parTransId="{B37DD4AF-E77F-4111-A0CF-460589EC1C4B}" sibTransId="{816A8D3D-8399-4CB2-90AF-F0301CAE9263}"/>
    <dgm:cxn modelId="{8655E88A-F77F-489D-B91C-046346270191}" srcId="{185D5B73-1416-46C5-98F1-D787C1325149}" destId="{202322F3-B382-47D8-9DF0-831D4D6E527A}" srcOrd="1" destOrd="0" parTransId="{328C4ADA-D48C-45FF-A78D-4D9141A21C53}" sibTransId="{FFD06310-A609-48EA-869A-59EEA434C651}"/>
    <dgm:cxn modelId="{B0EB488F-FB7E-EB47-82DA-7D1E890D4DBB}" type="presOf" srcId="{202322F3-B382-47D8-9DF0-831D4D6E527A}" destId="{27916D51-0DD3-154E-9CF1-267BB23F8A0E}" srcOrd="0" destOrd="0" presId="urn:microsoft.com/office/officeart/2005/8/layout/hierarchy1"/>
    <dgm:cxn modelId="{93320C99-9BA7-E34F-9495-F0C77C3C5AFA}" type="presOf" srcId="{A142657F-4E3F-4D94-925B-AB5980120229}" destId="{64C50094-3570-934F-8A38-BD78F86B074E}" srcOrd="0" destOrd="0" presId="urn:microsoft.com/office/officeart/2005/8/layout/hierarchy1"/>
    <dgm:cxn modelId="{3EDCA3A1-7885-A147-B16A-30F88FB544C8}" type="presOf" srcId="{13F37F77-8D71-48F3-89A8-1D90EC09891A}" destId="{7465A879-FE9E-0248-AD75-819DA3ECECF7}" srcOrd="0" destOrd="0" presId="urn:microsoft.com/office/officeart/2005/8/layout/hierarchy1"/>
    <dgm:cxn modelId="{E749DCA4-81AE-1F45-9754-023CE29B3E04}" type="presOf" srcId="{8116EEED-D8C2-451E-B24F-0AAD33C4EC09}" destId="{2B44B5A1-65E9-5041-A5ED-C286597C2F76}" srcOrd="0" destOrd="0" presId="urn:microsoft.com/office/officeart/2005/8/layout/hierarchy1"/>
    <dgm:cxn modelId="{3C44D6A5-AD82-40F7-AD8F-515E0F6072CE}" srcId="{185D5B73-1416-46C5-98F1-D787C1325149}" destId="{BD34B7ED-06D7-4F76-8DB1-4C201BFDC2E6}" srcOrd="0" destOrd="0" parTransId="{13F37F77-8D71-48F3-89A8-1D90EC09891A}" sibTransId="{B41A7029-7C18-43FF-B570-F0D7ED9D71CC}"/>
    <dgm:cxn modelId="{749442A9-190C-406A-AD20-76F0742DFCAE}" srcId="{7B24DFE9-52AB-438E-B223-667CCEBA8481}" destId="{185D5B73-1416-46C5-98F1-D787C1325149}" srcOrd="2" destOrd="0" parTransId="{7A813290-8778-4D11-BC33-952CB788689E}" sibTransId="{AE888B66-CA8C-4C0D-8601-47581C565774}"/>
    <dgm:cxn modelId="{54662CAD-DCC0-7843-AB09-5C8A98DF8C50}" type="presOf" srcId="{BD34B7ED-06D7-4F76-8DB1-4C201BFDC2E6}" destId="{405F8E39-4ADB-D54C-A127-2B7DC406832F}" srcOrd="0" destOrd="0" presId="urn:microsoft.com/office/officeart/2005/8/layout/hierarchy1"/>
    <dgm:cxn modelId="{ECAD56D1-03C5-B244-8F20-BF5BF5DA52CE}" type="presOf" srcId="{7B24DFE9-52AB-438E-B223-667CCEBA8481}" destId="{F6C605E3-3F52-4543-9619-2B2E9AE7995F}" srcOrd="0" destOrd="0" presId="urn:microsoft.com/office/officeart/2005/8/layout/hierarchy1"/>
    <dgm:cxn modelId="{18EC44DB-577A-244E-8094-428A36C3B135}" type="presOf" srcId="{AACFBF37-E09A-4F68-ACC8-710B807C4628}" destId="{07BFC435-4587-9E43-BF57-47926DBD3B77}" srcOrd="0" destOrd="0" presId="urn:microsoft.com/office/officeart/2005/8/layout/hierarchy1"/>
    <dgm:cxn modelId="{77454373-C744-5741-8E5D-514199CEB5D6}" type="presParOf" srcId="{F6C605E3-3F52-4543-9619-2B2E9AE7995F}" destId="{E35D4D87-9646-FD47-A61F-98E4B9C13C81}" srcOrd="0" destOrd="0" presId="urn:microsoft.com/office/officeart/2005/8/layout/hierarchy1"/>
    <dgm:cxn modelId="{ACF10C22-ECAE-754A-B3BA-60980FEB6C12}" type="presParOf" srcId="{E35D4D87-9646-FD47-A61F-98E4B9C13C81}" destId="{EBB03738-A54C-4445-A084-EBE719DB9023}" srcOrd="0" destOrd="0" presId="urn:microsoft.com/office/officeart/2005/8/layout/hierarchy1"/>
    <dgm:cxn modelId="{D348A679-C1D9-114E-8ED9-2A2ED9AB330C}" type="presParOf" srcId="{EBB03738-A54C-4445-A084-EBE719DB9023}" destId="{394D4306-675C-AC47-80E3-1936ADFF0CC1}" srcOrd="0" destOrd="0" presId="urn:microsoft.com/office/officeart/2005/8/layout/hierarchy1"/>
    <dgm:cxn modelId="{E1D63073-BBCF-A04B-8486-D96F28DFA712}" type="presParOf" srcId="{EBB03738-A54C-4445-A084-EBE719DB9023}" destId="{2B44B5A1-65E9-5041-A5ED-C286597C2F76}" srcOrd="1" destOrd="0" presId="urn:microsoft.com/office/officeart/2005/8/layout/hierarchy1"/>
    <dgm:cxn modelId="{7E7CAEF0-CFD3-A14E-A02D-E3793F6B0802}" type="presParOf" srcId="{E35D4D87-9646-FD47-A61F-98E4B9C13C81}" destId="{76BB9A15-C04B-6B48-907D-1B5901DAE0A9}" srcOrd="1" destOrd="0" presId="urn:microsoft.com/office/officeart/2005/8/layout/hierarchy1"/>
    <dgm:cxn modelId="{B14214E5-DE50-7D45-BA16-DB10375B30A6}" type="presParOf" srcId="{F6C605E3-3F52-4543-9619-2B2E9AE7995F}" destId="{3E53AA77-D099-0C4B-BE44-D4E276256759}" srcOrd="1" destOrd="0" presId="urn:microsoft.com/office/officeart/2005/8/layout/hierarchy1"/>
    <dgm:cxn modelId="{AA85F287-2AC4-B84B-AEED-9AB686ED52AA}" type="presParOf" srcId="{3E53AA77-D099-0C4B-BE44-D4E276256759}" destId="{C0F05148-8C3E-C44A-AEDB-B010D63B6133}" srcOrd="0" destOrd="0" presId="urn:microsoft.com/office/officeart/2005/8/layout/hierarchy1"/>
    <dgm:cxn modelId="{D2F9DCA1-E06D-7D43-9D84-16C560D049C5}" type="presParOf" srcId="{C0F05148-8C3E-C44A-AEDB-B010D63B6133}" destId="{B7D2ED03-0C7D-5043-8B10-7E596875A929}" srcOrd="0" destOrd="0" presId="urn:microsoft.com/office/officeart/2005/8/layout/hierarchy1"/>
    <dgm:cxn modelId="{6E03DE97-7896-3849-B613-2EFAC5798133}" type="presParOf" srcId="{C0F05148-8C3E-C44A-AEDB-B010D63B6133}" destId="{07BFC435-4587-9E43-BF57-47926DBD3B77}" srcOrd="1" destOrd="0" presId="urn:microsoft.com/office/officeart/2005/8/layout/hierarchy1"/>
    <dgm:cxn modelId="{C1A78B61-9320-F545-8B34-4CC98356611C}" type="presParOf" srcId="{3E53AA77-D099-0C4B-BE44-D4E276256759}" destId="{A41DAC42-27B2-1D40-8B3E-D14737E241B3}" srcOrd="1" destOrd="0" presId="urn:microsoft.com/office/officeart/2005/8/layout/hierarchy1"/>
    <dgm:cxn modelId="{A6E3DC78-8F66-0147-959B-61D6694A4BCC}" type="presParOf" srcId="{F6C605E3-3F52-4543-9619-2B2E9AE7995F}" destId="{B78404BD-1FE6-5949-9E94-04C12806B5C4}" srcOrd="2" destOrd="0" presId="urn:microsoft.com/office/officeart/2005/8/layout/hierarchy1"/>
    <dgm:cxn modelId="{4603B211-4B84-A748-A619-C258AB08203F}" type="presParOf" srcId="{B78404BD-1FE6-5949-9E94-04C12806B5C4}" destId="{FB9F488E-B596-6F44-B073-FAB8FFCCA4E4}" srcOrd="0" destOrd="0" presId="urn:microsoft.com/office/officeart/2005/8/layout/hierarchy1"/>
    <dgm:cxn modelId="{5018CCD7-A000-6B41-B25A-B14DC9E426E0}" type="presParOf" srcId="{FB9F488E-B596-6F44-B073-FAB8FFCCA4E4}" destId="{AF968E6F-EE9A-0449-A8CF-474BC5AF59F1}" srcOrd="0" destOrd="0" presId="urn:microsoft.com/office/officeart/2005/8/layout/hierarchy1"/>
    <dgm:cxn modelId="{4F28EE8D-B956-F448-9F4A-1B69A9065ADF}" type="presParOf" srcId="{FB9F488E-B596-6F44-B073-FAB8FFCCA4E4}" destId="{D804DC5D-A805-6349-B6E9-03634D93D046}" srcOrd="1" destOrd="0" presId="urn:microsoft.com/office/officeart/2005/8/layout/hierarchy1"/>
    <dgm:cxn modelId="{0E89221A-3DDA-194F-A3D1-BC4F0B469B3E}" type="presParOf" srcId="{B78404BD-1FE6-5949-9E94-04C12806B5C4}" destId="{0ABD8162-945D-CD43-B761-ED63FEF658AA}" srcOrd="1" destOrd="0" presId="urn:microsoft.com/office/officeart/2005/8/layout/hierarchy1"/>
    <dgm:cxn modelId="{D08ABBAE-EC5D-054F-B677-9B4161FBE889}" type="presParOf" srcId="{0ABD8162-945D-CD43-B761-ED63FEF658AA}" destId="{7465A879-FE9E-0248-AD75-819DA3ECECF7}" srcOrd="0" destOrd="0" presId="urn:microsoft.com/office/officeart/2005/8/layout/hierarchy1"/>
    <dgm:cxn modelId="{1E65270F-CA90-B045-84FF-4C42C8975C0E}" type="presParOf" srcId="{0ABD8162-945D-CD43-B761-ED63FEF658AA}" destId="{AC3FE68A-6CD8-954C-B759-C3AC858EEECD}" srcOrd="1" destOrd="0" presId="urn:microsoft.com/office/officeart/2005/8/layout/hierarchy1"/>
    <dgm:cxn modelId="{8271DB10-E084-F24A-9C57-1D309894B445}" type="presParOf" srcId="{AC3FE68A-6CD8-954C-B759-C3AC858EEECD}" destId="{3B36D553-A0C1-EA42-A311-34ED0DCEB2D1}" srcOrd="0" destOrd="0" presId="urn:microsoft.com/office/officeart/2005/8/layout/hierarchy1"/>
    <dgm:cxn modelId="{ADEFB07B-1401-9547-99EF-D0FEF312BB47}" type="presParOf" srcId="{3B36D553-A0C1-EA42-A311-34ED0DCEB2D1}" destId="{91C9F68E-7B60-0C4E-834E-A6EE1FD5B893}" srcOrd="0" destOrd="0" presId="urn:microsoft.com/office/officeart/2005/8/layout/hierarchy1"/>
    <dgm:cxn modelId="{77A99FA4-5143-C543-87EF-22CCD15FC1F7}" type="presParOf" srcId="{3B36D553-A0C1-EA42-A311-34ED0DCEB2D1}" destId="{405F8E39-4ADB-D54C-A127-2B7DC406832F}" srcOrd="1" destOrd="0" presId="urn:microsoft.com/office/officeart/2005/8/layout/hierarchy1"/>
    <dgm:cxn modelId="{E84304C2-E913-E247-8D03-2884D3EB3CA0}" type="presParOf" srcId="{AC3FE68A-6CD8-954C-B759-C3AC858EEECD}" destId="{1040A2BE-6A19-6842-BA0A-23166902AA6E}" srcOrd="1" destOrd="0" presId="urn:microsoft.com/office/officeart/2005/8/layout/hierarchy1"/>
    <dgm:cxn modelId="{DE14C6E0-E0CF-B941-B549-445E54A189C6}" type="presParOf" srcId="{0ABD8162-945D-CD43-B761-ED63FEF658AA}" destId="{7ABD0F7E-AAFD-FD46-B90E-AF055C2AB3B0}" srcOrd="2" destOrd="0" presId="urn:microsoft.com/office/officeart/2005/8/layout/hierarchy1"/>
    <dgm:cxn modelId="{CE1389EC-24EB-5441-B391-30B316E66378}" type="presParOf" srcId="{0ABD8162-945D-CD43-B761-ED63FEF658AA}" destId="{AE1A5064-3D59-7141-B580-B40769834FE1}" srcOrd="3" destOrd="0" presId="urn:microsoft.com/office/officeart/2005/8/layout/hierarchy1"/>
    <dgm:cxn modelId="{0FEF4BED-49F4-4E46-9DEB-D8104B53D528}" type="presParOf" srcId="{AE1A5064-3D59-7141-B580-B40769834FE1}" destId="{0C73E470-9474-2349-AFF9-6B24AFE6FDBF}" srcOrd="0" destOrd="0" presId="urn:microsoft.com/office/officeart/2005/8/layout/hierarchy1"/>
    <dgm:cxn modelId="{25EF87C8-C509-774F-9A9D-D6A966716B49}" type="presParOf" srcId="{0C73E470-9474-2349-AFF9-6B24AFE6FDBF}" destId="{C2DCFDBA-8D00-3741-BD20-815691AD1267}" srcOrd="0" destOrd="0" presId="urn:microsoft.com/office/officeart/2005/8/layout/hierarchy1"/>
    <dgm:cxn modelId="{1206A510-A9B9-7F4C-B6B2-D952695CF5CD}" type="presParOf" srcId="{0C73E470-9474-2349-AFF9-6B24AFE6FDBF}" destId="{27916D51-0DD3-154E-9CF1-267BB23F8A0E}" srcOrd="1" destOrd="0" presId="urn:microsoft.com/office/officeart/2005/8/layout/hierarchy1"/>
    <dgm:cxn modelId="{D5614FEA-370C-B741-821E-80B69134DB61}" type="presParOf" srcId="{AE1A5064-3D59-7141-B580-B40769834FE1}" destId="{55099699-2AFA-194E-951F-9E9A36282C63}" srcOrd="1" destOrd="0" presId="urn:microsoft.com/office/officeart/2005/8/layout/hierarchy1"/>
    <dgm:cxn modelId="{04532432-814E-2B4E-A6F7-C848557A3F5A}" type="presParOf" srcId="{0ABD8162-945D-CD43-B761-ED63FEF658AA}" destId="{5C0C2A1E-C453-9640-9E74-43BA46EC703A}" srcOrd="4" destOrd="0" presId="urn:microsoft.com/office/officeart/2005/8/layout/hierarchy1"/>
    <dgm:cxn modelId="{46FB3E31-3A75-E64A-A9B9-43163370C76C}" type="presParOf" srcId="{0ABD8162-945D-CD43-B761-ED63FEF658AA}" destId="{F586B992-300E-B945-ABE4-9676B259547C}" srcOrd="5" destOrd="0" presId="urn:microsoft.com/office/officeart/2005/8/layout/hierarchy1"/>
    <dgm:cxn modelId="{2A93F9B1-D591-F544-A772-02E5CE7B6351}" type="presParOf" srcId="{F586B992-300E-B945-ABE4-9676B259547C}" destId="{41332314-EF13-884E-A09B-868838E660E0}" srcOrd="0" destOrd="0" presId="urn:microsoft.com/office/officeart/2005/8/layout/hierarchy1"/>
    <dgm:cxn modelId="{5CEC2F73-2890-FE4C-9B00-E921456826F8}" type="presParOf" srcId="{41332314-EF13-884E-A09B-868838E660E0}" destId="{53B82971-93BB-AE46-A1A2-E8BFDF9E1DCE}" srcOrd="0" destOrd="0" presId="urn:microsoft.com/office/officeart/2005/8/layout/hierarchy1"/>
    <dgm:cxn modelId="{1E40201E-6163-244A-A12D-D2DDEAE15ACD}" type="presParOf" srcId="{41332314-EF13-884E-A09B-868838E660E0}" destId="{57F2F7BD-3E66-7341-99C0-8886D97F072A}" srcOrd="1" destOrd="0" presId="urn:microsoft.com/office/officeart/2005/8/layout/hierarchy1"/>
    <dgm:cxn modelId="{EBADF2F2-674E-D640-9855-6953DEB6E218}" type="presParOf" srcId="{F586B992-300E-B945-ABE4-9676B259547C}" destId="{7C7B18FD-1348-6043-BA0A-A0FAC000820F}" srcOrd="1" destOrd="0" presId="urn:microsoft.com/office/officeart/2005/8/layout/hierarchy1"/>
    <dgm:cxn modelId="{1B637D51-E3F9-FF47-9AF2-0CDF48C694CC}" type="presParOf" srcId="{F6C605E3-3F52-4543-9619-2B2E9AE7995F}" destId="{7F3B9FF6-CE29-4F4B-883B-3FC49E6851AD}" srcOrd="3" destOrd="0" presId="urn:microsoft.com/office/officeart/2005/8/layout/hierarchy1"/>
    <dgm:cxn modelId="{94E576FB-261E-A540-9566-85D1C56E9424}" type="presParOf" srcId="{7F3B9FF6-CE29-4F4B-883B-3FC49E6851AD}" destId="{C3B9EE78-5FE9-6E41-9B25-034B8DD89AA0}" srcOrd="0" destOrd="0" presId="urn:microsoft.com/office/officeart/2005/8/layout/hierarchy1"/>
    <dgm:cxn modelId="{302F15A9-4480-C447-9B3B-31A7851EE055}" type="presParOf" srcId="{C3B9EE78-5FE9-6E41-9B25-034B8DD89AA0}" destId="{503B344B-5CC7-E44A-8840-984C90F55002}" srcOrd="0" destOrd="0" presId="urn:microsoft.com/office/officeart/2005/8/layout/hierarchy1"/>
    <dgm:cxn modelId="{F757ED72-5657-344B-8A56-0DF7D39AD194}" type="presParOf" srcId="{C3B9EE78-5FE9-6E41-9B25-034B8DD89AA0}" destId="{64C50094-3570-934F-8A38-BD78F86B074E}" srcOrd="1" destOrd="0" presId="urn:microsoft.com/office/officeart/2005/8/layout/hierarchy1"/>
    <dgm:cxn modelId="{7BA295AD-195F-7E4F-AE21-A92A1F0F3D99}" type="presParOf" srcId="{7F3B9FF6-CE29-4F4B-883B-3FC49E6851AD}" destId="{1F578A88-1E98-2845-BEF5-BA90E9A2B43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D3100B4-6442-423D-A071-FE9CEABFCAC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37E28F-47A0-4CEA-9F6F-F29984F883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0" i="0"/>
            <a:t>Inputs:</a:t>
          </a:r>
          <a:endParaRPr lang="en-US"/>
        </a:p>
      </dgm:t>
    </dgm:pt>
    <dgm:pt modelId="{9DF82058-0A71-42A8-B7CF-222A3100A8F2}" type="parTrans" cxnId="{BB32389D-5F7A-42FB-BA2F-7A4BF641FB19}">
      <dgm:prSet/>
      <dgm:spPr/>
      <dgm:t>
        <a:bodyPr/>
        <a:lstStyle/>
        <a:p>
          <a:endParaRPr lang="en-US"/>
        </a:p>
      </dgm:t>
    </dgm:pt>
    <dgm:pt modelId="{6EE03F47-C755-44CF-987B-E0831A88842F}" type="sibTrans" cxnId="{BB32389D-5F7A-42FB-BA2F-7A4BF641FB19}">
      <dgm:prSet/>
      <dgm:spPr/>
      <dgm:t>
        <a:bodyPr/>
        <a:lstStyle/>
        <a:p>
          <a:endParaRPr lang="en-US"/>
        </a:p>
      </dgm:t>
    </dgm:pt>
    <dgm:pt modelId="{48BE9D38-D016-416A-9460-88AB38844D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Credit score</a:t>
          </a:r>
          <a:endParaRPr lang="en-US"/>
        </a:p>
      </dgm:t>
    </dgm:pt>
    <dgm:pt modelId="{F352014F-4880-4E6F-996C-ECCB69517069}" type="parTrans" cxnId="{5942B37C-49E3-47F4-9200-9E83C73B852D}">
      <dgm:prSet/>
      <dgm:spPr/>
      <dgm:t>
        <a:bodyPr/>
        <a:lstStyle/>
        <a:p>
          <a:endParaRPr lang="en-US"/>
        </a:p>
      </dgm:t>
    </dgm:pt>
    <dgm:pt modelId="{4630CAD3-13FD-495C-A07C-48EA7659A190}" type="sibTrans" cxnId="{5942B37C-49E3-47F4-9200-9E83C73B852D}">
      <dgm:prSet/>
      <dgm:spPr/>
      <dgm:t>
        <a:bodyPr/>
        <a:lstStyle/>
        <a:p>
          <a:endParaRPr lang="en-US"/>
        </a:p>
      </dgm:t>
    </dgm:pt>
    <dgm:pt modelId="{2F2E2B1E-5327-428E-8A10-30579068CD2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Income</a:t>
          </a:r>
          <a:endParaRPr lang="en-US"/>
        </a:p>
      </dgm:t>
    </dgm:pt>
    <dgm:pt modelId="{9A721F95-A3D3-47CE-A500-39523FE3F573}" type="parTrans" cxnId="{C06AA29B-AEC2-439D-B56A-928E550B073A}">
      <dgm:prSet/>
      <dgm:spPr/>
      <dgm:t>
        <a:bodyPr/>
        <a:lstStyle/>
        <a:p>
          <a:endParaRPr lang="en-US"/>
        </a:p>
      </dgm:t>
    </dgm:pt>
    <dgm:pt modelId="{D69EE1F8-AD37-4FF3-B843-72CD49F9F4E0}" type="sibTrans" cxnId="{C06AA29B-AEC2-439D-B56A-928E550B073A}">
      <dgm:prSet/>
      <dgm:spPr/>
      <dgm:t>
        <a:bodyPr/>
        <a:lstStyle/>
        <a:p>
          <a:endParaRPr lang="en-US"/>
        </a:p>
      </dgm:t>
    </dgm:pt>
    <dgm:pt modelId="{1165F91D-C4E8-4195-9576-4029B479F2F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Debt</a:t>
          </a:r>
          <a:endParaRPr lang="en-US"/>
        </a:p>
      </dgm:t>
    </dgm:pt>
    <dgm:pt modelId="{D89EB60C-14EB-418D-BCEA-178ED3217DFC}" type="parTrans" cxnId="{551A7513-BC7C-4CBA-B3A0-17AF7DF7867C}">
      <dgm:prSet/>
      <dgm:spPr/>
      <dgm:t>
        <a:bodyPr/>
        <a:lstStyle/>
        <a:p>
          <a:endParaRPr lang="en-US"/>
        </a:p>
      </dgm:t>
    </dgm:pt>
    <dgm:pt modelId="{19DDDE41-9AB6-4F40-B0D4-F13B203BEAC3}" type="sibTrans" cxnId="{551A7513-BC7C-4CBA-B3A0-17AF7DF7867C}">
      <dgm:prSet/>
      <dgm:spPr/>
      <dgm:t>
        <a:bodyPr/>
        <a:lstStyle/>
        <a:p>
          <a:endParaRPr lang="en-US"/>
        </a:p>
      </dgm:t>
    </dgm:pt>
    <dgm:pt modelId="{1FB50E64-B672-449F-8CFD-65095B7A263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Down payment</a:t>
          </a:r>
          <a:endParaRPr lang="en-US"/>
        </a:p>
      </dgm:t>
    </dgm:pt>
    <dgm:pt modelId="{5ACA65F9-D9F2-4EC3-8663-4A2B0CAC71F9}" type="parTrans" cxnId="{F8E58C8E-FCED-48B3-A7FF-1C6B983BFE1D}">
      <dgm:prSet/>
      <dgm:spPr/>
      <dgm:t>
        <a:bodyPr/>
        <a:lstStyle/>
        <a:p>
          <a:endParaRPr lang="en-US"/>
        </a:p>
      </dgm:t>
    </dgm:pt>
    <dgm:pt modelId="{30CEB919-5E78-4556-8D13-D83C5DB660A6}" type="sibTrans" cxnId="{F8E58C8E-FCED-48B3-A7FF-1C6B983BFE1D}">
      <dgm:prSet/>
      <dgm:spPr/>
      <dgm:t>
        <a:bodyPr/>
        <a:lstStyle/>
        <a:p>
          <a:endParaRPr lang="en-US"/>
        </a:p>
      </dgm:t>
    </dgm:pt>
    <dgm:pt modelId="{B164C692-8A90-4801-8B66-3AF11FC500A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0" i="0"/>
            <a:t>Calculates:</a:t>
          </a:r>
          <a:endParaRPr lang="en-US"/>
        </a:p>
      </dgm:t>
    </dgm:pt>
    <dgm:pt modelId="{AD8FB423-3C2C-41D4-A636-D3BD593E09E2}" type="parTrans" cxnId="{E2B32397-B9EF-4B68-8076-A898D2DFB809}">
      <dgm:prSet/>
      <dgm:spPr/>
      <dgm:t>
        <a:bodyPr/>
        <a:lstStyle/>
        <a:p>
          <a:endParaRPr lang="en-US"/>
        </a:p>
      </dgm:t>
    </dgm:pt>
    <dgm:pt modelId="{2C9D175D-3BA3-4492-BAD4-B89F97E83151}" type="sibTrans" cxnId="{E2B32397-B9EF-4B68-8076-A898D2DFB809}">
      <dgm:prSet/>
      <dgm:spPr/>
      <dgm:t>
        <a:bodyPr/>
        <a:lstStyle/>
        <a:p>
          <a:endParaRPr lang="en-US"/>
        </a:p>
      </dgm:t>
    </dgm:pt>
    <dgm:pt modelId="{44420CB7-5754-46D5-9E13-07BACC23331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Interest rate based on credit score</a:t>
          </a:r>
          <a:endParaRPr lang="en-US"/>
        </a:p>
      </dgm:t>
    </dgm:pt>
    <dgm:pt modelId="{E31288D6-DC2C-445C-AF54-3B14019B8CFC}" type="parTrans" cxnId="{3E9721A2-6884-4A89-BC4E-5046B40F4558}">
      <dgm:prSet/>
      <dgm:spPr/>
      <dgm:t>
        <a:bodyPr/>
        <a:lstStyle/>
        <a:p>
          <a:endParaRPr lang="en-US"/>
        </a:p>
      </dgm:t>
    </dgm:pt>
    <dgm:pt modelId="{B2D00E78-A9C8-442E-B9FD-B32CFF37E239}" type="sibTrans" cxnId="{3E9721A2-6884-4A89-BC4E-5046B40F4558}">
      <dgm:prSet/>
      <dgm:spPr/>
      <dgm:t>
        <a:bodyPr/>
        <a:lstStyle/>
        <a:p>
          <a:endParaRPr lang="en-US"/>
        </a:p>
      </dgm:t>
    </dgm:pt>
    <dgm:pt modelId="{CAB7AFF6-7339-4055-B410-CE8CEB097D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Monthly mortgage payment</a:t>
          </a:r>
          <a:endParaRPr lang="en-US"/>
        </a:p>
      </dgm:t>
    </dgm:pt>
    <dgm:pt modelId="{2039D28B-18B7-4592-A75B-607918FE1259}" type="parTrans" cxnId="{952D349E-070B-4348-9851-861029E0B322}">
      <dgm:prSet/>
      <dgm:spPr/>
      <dgm:t>
        <a:bodyPr/>
        <a:lstStyle/>
        <a:p>
          <a:endParaRPr lang="en-US"/>
        </a:p>
      </dgm:t>
    </dgm:pt>
    <dgm:pt modelId="{1C03E425-707C-43CD-86BE-72090431977C}" type="sibTrans" cxnId="{952D349E-070B-4348-9851-861029E0B322}">
      <dgm:prSet/>
      <dgm:spPr/>
      <dgm:t>
        <a:bodyPr/>
        <a:lstStyle/>
        <a:p>
          <a:endParaRPr lang="en-US"/>
        </a:p>
      </dgm:t>
    </dgm:pt>
    <dgm:pt modelId="{FE312904-F871-4D0D-822A-5A5BB865BDE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Property tax, insurance, PMI</a:t>
          </a:r>
          <a:endParaRPr lang="en-US"/>
        </a:p>
      </dgm:t>
    </dgm:pt>
    <dgm:pt modelId="{66BF7B88-3A08-4BAC-AB63-05986CF99177}" type="parTrans" cxnId="{197CFDB6-924B-4D30-8C8D-06417E68D355}">
      <dgm:prSet/>
      <dgm:spPr/>
      <dgm:t>
        <a:bodyPr/>
        <a:lstStyle/>
        <a:p>
          <a:endParaRPr lang="en-US"/>
        </a:p>
      </dgm:t>
    </dgm:pt>
    <dgm:pt modelId="{A6211142-6CA7-4C64-934A-F16706FC6455}" type="sibTrans" cxnId="{197CFDB6-924B-4D30-8C8D-06417E68D355}">
      <dgm:prSet/>
      <dgm:spPr/>
      <dgm:t>
        <a:bodyPr/>
        <a:lstStyle/>
        <a:p>
          <a:endParaRPr lang="en-US"/>
        </a:p>
      </dgm:t>
    </dgm:pt>
    <dgm:pt modelId="{88B8DE9B-7517-4715-A0B9-342F75E910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0" i="0"/>
            <a:t>Outputs:</a:t>
          </a:r>
          <a:endParaRPr lang="en-US"/>
        </a:p>
      </dgm:t>
    </dgm:pt>
    <dgm:pt modelId="{E64FEB30-C102-4FD3-B95C-23D329C162C0}" type="parTrans" cxnId="{41C018EF-09CC-4A7D-954B-BAAEE4ADCFFC}">
      <dgm:prSet/>
      <dgm:spPr/>
      <dgm:t>
        <a:bodyPr/>
        <a:lstStyle/>
        <a:p>
          <a:endParaRPr lang="en-US"/>
        </a:p>
      </dgm:t>
    </dgm:pt>
    <dgm:pt modelId="{D316F93F-CD31-466E-B968-BAAEB3E1309B}" type="sibTrans" cxnId="{41C018EF-09CC-4A7D-954B-BAAEE4ADCFFC}">
      <dgm:prSet/>
      <dgm:spPr/>
      <dgm:t>
        <a:bodyPr/>
        <a:lstStyle/>
        <a:p>
          <a:endParaRPr lang="en-US"/>
        </a:p>
      </dgm:t>
    </dgm:pt>
    <dgm:pt modelId="{0FE31127-571F-4162-9EF8-124FEDDEE69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Total monthly cost</a:t>
          </a:r>
          <a:endParaRPr lang="en-US"/>
        </a:p>
      </dgm:t>
    </dgm:pt>
    <dgm:pt modelId="{07253461-2D6E-41FA-91E0-0EE9E7E1555A}" type="parTrans" cxnId="{56F02982-4896-4D79-A081-E38E8B134EAA}">
      <dgm:prSet/>
      <dgm:spPr/>
      <dgm:t>
        <a:bodyPr/>
        <a:lstStyle/>
        <a:p>
          <a:endParaRPr lang="en-US"/>
        </a:p>
      </dgm:t>
    </dgm:pt>
    <dgm:pt modelId="{23479C9D-AA43-491B-84A4-F60A06FB6C69}" type="sibTrans" cxnId="{56F02982-4896-4D79-A081-E38E8B134EAA}">
      <dgm:prSet/>
      <dgm:spPr/>
      <dgm:t>
        <a:bodyPr/>
        <a:lstStyle/>
        <a:p>
          <a:endParaRPr lang="en-US"/>
        </a:p>
      </dgm:t>
    </dgm:pt>
    <dgm:pt modelId="{48D20A92-B1B0-4AC4-AAA7-EE86AC6C21AF}" type="pres">
      <dgm:prSet presAssocID="{ED3100B4-6442-423D-A071-FE9CEABFCACD}" presName="root" presStyleCnt="0">
        <dgm:presLayoutVars>
          <dgm:dir/>
          <dgm:resizeHandles val="exact"/>
        </dgm:presLayoutVars>
      </dgm:prSet>
      <dgm:spPr/>
    </dgm:pt>
    <dgm:pt modelId="{7C151796-9C1B-47FE-8A8D-BD66B751EFB9}" type="pres">
      <dgm:prSet presAssocID="{D437E28F-47A0-4CEA-9F6F-F29984F88361}" presName="compNode" presStyleCnt="0"/>
      <dgm:spPr/>
    </dgm:pt>
    <dgm:pt modelId="{5ECA3046-0320-4B22-A072-F9A818FBA76D}" type="pres">
      <dgm:prSet presAssocID="{D437E28F-47A0-4CEA-9F6F-F29984F8836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C26B167-76D2-4EDE-9BAB-7EF00120F43D}" type="pres">
      <dgm:prSet presAssocID="{D437E28F-47A0-4CEA-9F6F-F29984F88361}" presName="iconSpace" presStyleCnt="0"/>
      <dgm:spPr/>
    </dgm:pt>
    <dgm:pt modelId="{5BE480D9-E037-41CA-B79F-A5A2916C4CB6}" type="pres">
      <dgm:prSet presAssocID="{D437E28F-47A0-4CEA-9F6F-F29984F88361}" presName="parTx" presStyleLbl="revTx" presStyleIdx="0" presStyleCnt="6">
        <dgm:presLayoutVars>
          <dgm:chMax val="0"/>
          <dgm:chPref val="0"/>
        </dgm:presLayoutVars>
      </dgm:prSet>
      <dgm:spPr/>
    </dgm:pt>
    <dgm:pt modelId="{F016C7F4-79FC-460F-9701-3C56F7C10707}" type="pres">
      <dgm:prSet presAssocID="{D437E28F-47A0-4CEA-9F6F-F29984F88361}" presName="txSpace" presStyleCnt="0"/>
      <dgm:spPr/>
    </dgm:pt>
    <dgm:pt modelId="{2A637C3B-4A86-4228-882D-1045102420B2}" type="pres">
      <dgm:prSet presAssocID="{D437E28F-47A0-4CEA-9F6F-F29984F88361}" presName="desTx" presStyleLbl="revTx" presStyleIdx="1" presStyleCnt="6">
        <dgm:presLayoutVars/>
      </dgm:prSet>
      <dgm:spPr/>
    </dgm:pt>
    <dgm:pt modelId="{B03DFBA3-1B25-4811-826A-4D7EE6925DE9}" type="pres">
      <dgm:prSet presAssocID="{6EE03F47-C755-44CF-987B-E0831A88842F}" presName="sibTrans" presStyleCnt="0"/>
      <dgm:spPr/>
    </dgm:pt>
    <dgm:pt modelId="{79F8A5B2-26A4-46A5-9A2D-CAD853D872B7}" type="pres">
      <dgm:prSet presAssocID="{B164C692-8A90-4801-8B66-3AF11FC500A6}" presName="compNode" presStyleCnt="0"/>
      <dgm:spPr/>
    </dgm:pt>
    <dgm:pt modelId="{A15F5AFB-89E1-4088-BAA2-8FCF93A89B36}" type="pres">
      <dgm:prSet presAssocID="{B164C692-8A90-4801-8B66-3AF11FC500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86001CF-B982-4856-86A7-3BA2E0989EEB}" type="pres">
      <dgm:prSet presAssocID="{B164C692-8A90-4801-8B66-3AF11FC500A6}" presName="iconSpace" presStyleCnt="0"/>
      <dgm:spPr/>
    </dgm:pt>
    <dgm:pt modelId="{EA9B1A9D-2D1F-4AF6-BECD-CB1028FA79D7}" type="pres">
      <dgm:prSet presAssocID="{B164C692-8A90-4801-8B66-3AF11FC500A6}" presName="parTx" presStyleLbl="revTx" presStyleIdx="2" presStyleCnt="6">
        <dgm:presLayoutVars>
          <dgm:chMax val="0"/>
          <dgm:chPref val="0"/>
        </dgm:presLayoutVars>
      </dgm:prSet>
      <dgm:spPr/>
    </dgm:pt>
    <dgm:pt modelId="{06DACA3F-DF4D-4299-A783-2D3F3DBE5756}" type="pres">
      <dgm:prSet presAssocID="{B164C692-8A90-4801-8B66-3AF11FC500A6}" presName="txSpace" presStyleCnt="0"/>
      <dgm:spPr/>
    </dgm:pt>
    <dgm:pt modelId="{9FB94A00-89C4-463F-BA3C-F1513118F106}" type="pres">
      <dgm:prSet presAssocID="{B164C692-8A90-4801-8B66-3AF11FC500A6}" presName="desTx" presStyleLbl="revTx" presStyleIdx="3" presStyleCnt="6">
        <dgm:presLayoutVars/>
      </dgm:prSet>
      <dgm:spPr/>
    </dgm:pt>
    <dgm:pt modelId="{89CBB8CB-502A-47AE-AF8F-4342CFD638E9}" type="pres">
      <dgm:prSet presAssocID="{2C9D175D-3BA3-4492-BAD4-B89F97E83151}" presName="sibTrans" presStyleCnt="0"/>
      <dgm:spPr/>
    </dgm:pt>
    <dgm:pt modelId="{D47CFED4-1760-471E-9998-95950FEE5408}" type="pres">
      <dgm:prSet presAssocID="{88B8DE9B-7517-4715-A0B9-342F75E91076}" presName="compNode" presStyleCnt="0"/>
      <dgm:spPr/>
    </dgm:pt>
    <dgm:pt modelId="{C542C647-E1D1-4478-BB54-BA929E9AAA67}" type="pres">
      <dgm:prSet presAssocID="{88B8DE9B-7517-4715-A0B9-342F75E9107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12A8131B-0F3B-4830-8849-5678F27688E4}" type="pres">
      <dgm:prSet presAssocID="{88B8DE9B-7517-4715-A0B9-342F75E91076}" presName="iconSpace" presStyleCnt="0"/>
      <dgm:spPr/>
    </dgm:pt>
    <dgm:pt modelId="{C8BBA7C1-170D-4AB3-8EB8-4D0B8F5A0D66}" type="pres">
      <dgm:prSet presAssocID="{88B8DE9B-7517-4715-A0B9-342F75E91076}" presName="parTx" presStyleLbl="revTx" presStyleIdx="4" presStyleCnt="6">
        <dgm:presLayoutVars>
          <dgm:chMax val="0"/>
          <dgm:chPref val="0"/>
        </dgm:presLayoutVars>
      </dgm:prSet>
      <dgm:spPr/>
    </dgm:pt>
    <dgm:pt modelId="{3B507C90-4B47-4DC3-A471-AF3D03D907DA}" type="pres">
      <dgm:prSet presAssocID="{88B8DE9B-7517-4715-A0B9-342F75E91076}" presName="txSpace" presStyleCnt="0"/>
      <dgm:spPr/>
    </dgm:pt>
    <dgm:pt modelId="{CADB053B-24D8-4508-B909-9D6D044DE3D4}" type="pres">
      <dgm:prSet presAssocID="{88B8DE9B-7517-4715-A0B9-342F75E91076}" presName="desTx" presStyleLbl="revTx" presStyleIdx="5" presStyleCnt="6">
        <dgm:presLayoutVars/>
      </dgm:prSet>
      <dgm:spPr/>
    </dgm:pt>
  </dgm:ptLst>
  <dgm:cxnLst>
    <dgm:cxn modelId="{F642C60B-8274-AF44-96F6-B1147BC161A5}" type="presOf" srcId="{FE312904-F871-4D0D-822A-5A5BB865BDE5}" destId="{9FB94A00-89C4-463F-BA3C-F1513118F106}" srcOrd="0" destOrd="2" presId="urn:microsoft.com/office/officeart/2018/2/layout/IconLabelDescriptionList"/>
    <dgm:cxn modelId="{551A7513-BC7C-4CBA-B3A0-17AF7DF7867C}" srcId="{D437E28F-47A0-4CEA-9F6F-F29984F88361}" destId="{1165F91D-C4E8-4195-9576-4029B479F2F0}" srcOrd="2" destOrd="0" parTransId="{D89EB60C-14EB-418D-BCEA-178ED3217DFC}" sibTransId="{19DDDE41-9AB6-4F40-B0D4-F13B203BEAC3}"/>
    <dgm:cxn modelId="{1E61622A-9162-0C40-BDE0-A11C073AD5D7}" type="presOf" srcId="{D437E28F-47A0-4CEA-9F6F-F29984F88361}" destId="{5BE480D9-E037-41CA-B79F-A5A2916C4CB6}" srcOrd="0" destOrd="0" presId="urn:microsoft.com/office/officeart/2018/2/layout/IconLabelDescriptionList"/>
    <dgm:cxn modelId="{6B8A6C53-3BDB-AC4C-BD14-D3953C525804}" type="presOf" srcId="{CAB7AFF6-7339-4055-B410-CE8CEB097DFF}" destId="{9FB94A00-89C4-463F-BA3C-F1513118F106}" srcOrd="0" destOrd="1" presId="urn:microsoft.com/office/officeart/2018/2/layout/IconLabelDescriptionList"/>
    <dgm:cxn modelId="{FCF85D6D-4A13-8D4F-8237-9E9010E853A4}" type="presOf" srcId="{48BE9D38-D016-416A-9460-88AB38844DFF}" destId="{2A637C3B-4A86-4228-882D-1045102420B2}" srcOrd="0" destOrd="0" presId="urn:microsoft.com/office/officeart/2018/2/layout/IconLabelDescriptionList"/>
    <dgm:cxn modelId="{5942B37C-49E3-47F4-9200-9E83C73B852D}" srcId="{D437E28F-47A0-4CEA-9F6F-F29984F88361}" destId="{48BE9D38-D016-416A-9460-88AB38844DFF}" srcOrd="0" destOrd="0" parTransId="{F352014F-4880-4E6F-996C-ECCB69517069}" sibTransId="{4630CAD3-13FD-495C-A07C-48EA7659A190}"/>
    <dgm:cxn modelId="{56F02982-4896-4D79-A081-E38E8B134EAA}" srcId="{88B8DE9B-7517-4715-A0B9-342F75E91076}" destId="{0FE31127-571F-4162-9EF8-124FEDDEE69C}" srcOrd="0" destOrd="0" parTransId="{07253461-2D6E-41FA-91E0-0EE9E7E1555A}" sibTransId="{23479C9D-AA43-491B-84A4-F60A06FB6C69}"/>
    <dgm:cxn modelId="{ABFC4384-153E-1445-818E-3EC1AC23BA71}" type="presOf" srcId="{44420CB7-5754-46D5-9E13-07BACC23331E}" destId="{9FB94A00-89C4-463F-BA3C-F1513118F106}" srcOrd="0" destOrd="0" presId="urn:microsoft.com/office/officeart/2018/2/layout/IconLabelDescriptionList"/>
    <dgm:cxn modelId="{F10C8A8B-4BE0-5043-BBE3-294C4E783255}" type="presOf" srcId="{1165F91D-C4E8-4195-9576-4029B479F2F0}" destId="{2A637C3B-4A86-4228-882D-1045102420B2}" srcOrd="0" destOrd="2" presId="urn:microsoft.com/office/officeart/2018/2/layout/IconLabelDescriptionList"/>
    <dgm:cxn modelId="{F8E58C8E-FCED-48B3-A7FF-1C6B983BFE1D}" srcId="{D437E28F-47A0-4CEA-9F6F-F29984F88361}" destId="{1FB50E64-B672-449F-8CFD-65095B7A2636}" srcOrd="3" destOrd="0" parTransId="{5ACA65F9-D9F2-4EC3-8663-4A2B0CAC71F9}" sibTransId="{30CEB919-5E78-4556-8D13-D83C5DB660A6}"/>
    <dgm:cxn modelId="{85B04792-1B41-984F-B887-FA069BB2D74E}" type="presOf" srcId="{B164C692-8A90-4801-8B66-3AF11FC500A6}" destId="{EA9B1A9D-2D1F-4AF6-BECD-CB1028FA79D7}" srcOrd="0" destOrd="0" presId="urn:microsoft.com/office/officeart/2018/2/layout/IconLabelDescriptionList"/>
    <dgm:cxn modelId="{5A5E9C93-A75B-6944-85C2-33066DFECE5A}" type="presOf" srcId="{ED3100B4-6442-423D-A071-FE9CEABFCACD}" destId="{48D20A92-B1B0-4AC4-AAA7-EE86AC6C21AF}" srcOrd="0" destOrd="0" presId="urn:microsoft.com/office/officeart/2018/2/layout/IconLabelDescriptionList"/>
    <dgm:cxn modelId="{E2B32397-B9EF-4B68-8076-A898D2DFB809}" srcId="{ED3100B4-6442-423D-A071-FE9CEABFCACD}" destId="{B164C692-8A90-4801-8B66-3AF11FC500A6}" srcOrd="1" destOrd="0" parTransId="{AD8FB423-3C2C-41D4-A636-D3BD593E09E2}" sibTransId="{2C9D175D-3BA3-4492-BAD4-B89F97E83151}"/>
    <dgm:cxn modelId="{C06AA29B-AEC2-439D-B56A-928E550B073A}" srcId="{D437E28F-47A0-4CEA-9F6F-F29984F88361}" destId="{2F2E2B1E-5327-428E-8A10-30579068CD27}" srcOrd="1" destOrd="0" parTransId="{9A721F95-A3D3-47CE-A500-39523FE3F573}" sibTransId="{D69EE1F8-AD37-4FF3-B843-72CD49F9F4E0}"/>
    <dgm:cxn modelId="{BB32389D-5F7A-42FB-BA2F-7A4BF641FB19}" srcId="{ED3100B4-6442-423D-A071-FE9CEABFCACD}" destId="{D437E28F-47A0-4CEA-9F6F-F29984F88361}" srcOrd="0" destOrd="0" parTransId="{9DF82058-0A71-42A8-B7CF-222A3100A8F2}" sibTransId="{6EE03F47-C755-44CF-987B-E0831A88842F}"/>
    <dgm:cxn modelId="{E65BD69D-99F9-A843-B608-30C533F08DA3}" type="presOf" srcId="{88B8DE9B-7517-4715-A0B9-342F75E91076}" destId="{C8BBA7C1-170D-4AB3-8EB8-4D0B8F5A0D66}" srcOrd="0" destOrd="0" presId="urn:microsoft.com/office/officeart/2018/2/layout/IconLabelDescriptionList"/>
    <dgm:cxn modelId="{952D349E-070B-4348-9851-861029E0B322}" srcId="{B164C692-8A90-4801-8B66-3AF11FC500A6}" destId="{CAB7AFF6-7339-4055-B410-CE8CEB097DFF}" srcOrd="1" destOrd="0" parTransId="{2039D28B-18B7-4592-A75B-607918FE1259}" sibTransId="{1C03E425-707C-43CD-86BE-72090431977C}"/>
    <dgm:cxn modelId="{3E9721A2-6884-4A89-BC4E-5046B40F4558}" srcId="{B164C692-8A90-4801-8B66-3AF11FC500A6}" destId="{44420CB7-5754-46D5-9E13-07BACC23331E}" srcOrd="0" destOrd="0" parTransId="{E31288D6-DC2C-445C-AF54-3B14019B8CFC}" sibTransId="{B2D00E78-A9C8-442E-B9FD-B32CFF37E239}"/>
    <dgm:cxn modelId="{FAAC66B0-371A-7641-9746-7DA7A9AE49CB}" type="presOf" srcId="{2F2E2B1E-5327-428E-8A10-30579068CD27}" destId="{2A637C3B-4A86-4228-882D-1045102420B2}" srcOrd="0" destOrd="1" presId="urn:microsoft.com/office/officeart/2018/2/layout/IconLabelDescriptionList"/>
    <dgm:cxn modelId="{197CFDB6-924B-4D30-8C8D-06417E68D355}" srcId="{B164C692-8A90-4801-8B66-3AF11FC500A6}" destId="{FE312904-F871-4D0D-822A-5A5BB865BDE5}" srcOrd="2" destOrd="0" parTransId="{66BF7B88-3A08-4BAC-AB63-05986CF99177}" sibTransId="{A6211142-6CA7-4C64-934A-F16706FC6455}"/>
    <dgm:cxn modelId="{7BD395D8-753E-8141-9D7E-BAC20A8CE91A}" type="presOf" srcId="{1FB50E64-B672-449F-8CFD-65095B7A2636}" destId="{2A637C3B-4A86-4228-882D-1045102420B2}" srcOrd="0" destOrd="3" presId="urn:microsoft.com/office/officeart/2018/2/layout/IconLabelDescriptionList"/>
    <dgm:cxn modelId="{A40A66D9-AD03-624C-BEDD-29ED77E0A153}" type="presOf" srcId="{0FE31127-571F-4162-9EF8-124FEDDEE69C}" destId="{CADB053B-24D8-4508-B909-9D6D044DE3D4}" srcOrd="0" destOrd="0" presId="urn:microsoft.com/office/officeart/2018/2/layout/IconLabelDescriptionList"/>
    <dgm:cxn modelId="{41C018EF-09CC-4A7D-954B-BAAEE4ADCFFC}" srcId="{ED3100B4-6442-423D-A071-FE9CEABFCACD}" destId="{88B8DE9B-7517-4715-A0B9-342F75E91076}" srcOrd="2" destOrd="0" parTransId="{E64FEB30-C102-4FD3-B95C-23D329C162C0}" sibTransId="{D316F93F-CD31-466E-B968-BAAEB3E1309B}"/>
    <dgm:cxn modelId="{E112DC07-A443-AB42-BAD3-2F1E65F44DCF}" type="presParOf" srcId="{48D20A92-B1B0-4AC4-AAA7-EE86AC6C21AF}" destId="{7C151796-9C1B-47FE-8A8D-BD66B751EFB9}" srcOrd="0" destOrd="0" presId="urn:microsoft.com/office/officeart/2018/2/layout/IconLabelDescriptionList"/>
    <dgm:cxn modelId="{22519272-2757-254E-AFA7-9605A7D25B3A}" type="presParOf" srcId="{7C151796-9C1B-47FE-8A8D-BD66B751EFB9}" destId="{5ECA3046-0320-4B22-A072-F9A818FBA76D}" srcOrd="0" destOrd="0" presId="urn:microsoft.com/office/officeart/2018/2/layout/IconLabelDescriptionList"/>
    <dgm:cxn modelId="{D2275E25-CF16-DA43-AD0C-59AD08998184}" type="presParOf" srcId="{7C151796-9C1B-47FE-8A8D-BD66B751EFB9}" destId="{BC26B167-76D2-4EDE-9BAB-7EF00120F43D}" srcOrd="1" destOrd="0" presId="urn:microsoft.com/office/officeart/2018/2/layout/IconLabelDescriptionList"/>
    <dgm:cxn modelId="{A7688B08-0692-2E4A-A891-71016AE0D4B1}" type="presParOf" srcId="{7C151796-9C1B-47FE-8A8D-BD66B751EFB9}" destId="{5BE480D9-E037-41CA-B79F-A5A2916C4CB6}" srcOrd="2" destOrd="0" presId="urn:microsoft.com/office/officeart/2018/2/layout/IconLabelDescriptionList"/>
    <dgm:cxn modelId="{A501EDF1-96E3-AD45-9A7D-8C4BE5365CE0}" type="presParOf" srcId="{7C151796-9C1B-47FE-8A8D-BD66B751EFB9}" destId="{F016C7F4-79FC-460F-9701-3C56F7C10707}" srcOrd="3" destOrd="0" presId="urn:microsoft.com/office/officeart/2018/2/layout/IconLabelDescriptionList"/>
    <dgm:cxn modelId="{1F547E7C-349F-364E-AD9F-B2D5BF333A49}" type="presParOf" srcId="{7C151796-9C1B-47FE-8A8D-BD66B751EFB9}" destId="{2A637C3B-4A86-4228-882D-1045102420B2}" srcOrd="4" destOrd="0" presId="urn:microsoft.com/office/officeart/2018/2/layout/IconLabelDescriptionList"/>
    <dgm:cxn modelId="{59B40E6E-B402-0D42-A5E5-A40E6A328755}" type="presParOf" srcId="{48D20A92-B1B0-4AC4-AAA7-EE86AC6C21AF}" destId="{B03DFBA3-1B25-4811-826A-4D7EE6925DE9}" srcOrd="1" destOrd="0" presId="urn:microsoft.com/office/officeart/2018/2/layout/IconLabelDescriptionList"/>
    <dgm:cxn modelId="{160E0B47-B67D-7344-8B33-9D931A86970B}" type="presParOf" srcId="{48D20A92-B1B0-4AC4-AAA7-EE86AC6C21AF}" destId="{79F8A5B2-26A4-46A5-9A2D-CAD853D872B7}" srcOrd="2" destOrd="0" presId="urn:microsoft.com/office/officeart/2018/2/layout/IconLabelDescriptionList"/>
    <dgm:cxn modelId="{D2C15CA0-7B2D-FD4A-B76B-7654D7AC7B51}" type="presParOf" srcId="{79F8A5B2-26A4-46A5-9A2D-CAD853D872B7}" destId="{A15F5AFB-89E1-4088-BAA2-8FCF93A89B36}" srcOrd="0" destOrd="0" presId="urn:microsoft.com/office/officeart/2018/2/layout/IconLabelDescriptionList"/>
    <dgm:cxn modelId="{A9A7F1C4-B40F-1349-A482-D8D80BC54A45}" type="presParOf" srcId="{79F8A5B2-26A4-46A5-9A2D-CAD853D872B7}" destId="{986001CF-B982-4856-86A7-3BA2E0989EEB}" srcOrd="1" destOrd="0" presId="urn:microsoft.com/office/officeart/2018/2/layout/IconLabelDescriptionList"/>
    <dgm:cxn modelId="{AC55B2B4-D82A-FD4D-8FA5-79EE0BD65067}" type="presParOf" srcId="{79F8A5B2-26A4-46A5-9A2D-CAD853D872B7}" destId="{EA9B1A9D-2D1F-4AF6-BECD-CB1028FA79D7}" srcOrd="2" destOrd="0" presId="urn:microsoft.com/office/officeart/2018/2/layout/IconLabelDescriptionList"/>
    <dgm:cxn modelId="{0F154526-7157-8445-A4DF-E4AC497D3B7C}" type="presParOf" srcId="{79F8A5B2-26A4-46A5-9A2D-CAD853D872B7}" destId="{06DACA3F-DF4D-4299-A783-2D3F3DBE5756}" srcOrd="3" destOrd="0" presId="urn:microsoft.com/office/officeart/2018/2/layout/IconLabelDescriptionList"/>
    <dgm:cxn modelId="{FDF92F76-B6F1-A740-87EB-1410BDA903AA}" type="presParOf" srcId="{79F8A5B2-26A4-46A5-9A2D-CAD853D872B7}" destId="{9FB94A00-89C4-463F-BA3C-F1513118F106}" srcOrd="4" destOrd="0" presId="urn:microsoft.com/office/officeart/2018/2/layout/IconLabelDescriptionList"/>
    <dgm:cxn modelId="{E8D47EE4-AAC1-B440-9BE1-9472CBFEF05C}" type="presParOf" srcId="{48D20A92-B1B0-4AC4-AAA7-EE86AC6C21AF}" destId="{89CBB8CB-502A-47AE-AF8F-4342CFD638E9}" srcOrd="3" destOrd="0" presId="urn:microsoft.com/office/officeart/2018/2/layout/IconLabelDescriptionList"/>
    <dgm:cxn modelId="{0D2DF664-20B2-3240-8D40-B9A158C5886E}" type="presParOf" srcId="{48D20A92-B1B0-4AC4-AAA7-EE86AC6C21AF}" destId="{D47CFED4-1760-471E-9998-95950FEE5408}" srcOrd="4" destOrd="0" presId="urn:microsoft.com/office/officeart/2018/2/layout/IconLabelDescriptionList"/>
    <dgm:cxn modelId="{A668AF00-5344-574C-BC92-4F0674A0BE3C}" type="presParOf" srcId="{D47CFED4-1760-471E-9998-95950FEE5408}" destId="{C542C647-E1D1-4478-BB54-BA929E9AAA67}" srcOrd="0" destOrd="0" presId="urn:microsoft.com/office/officeart/2018/2/layout/IconLabelDescriptionList"/>
    <dgm:cxn modelId="{FCCC0EBD-6577-6A48-9CB3-EA24B06C5497}" type="presParOf" srcId="{D47CFED4-1760-471E-9998-95950FEE5408}" destId="{12A8131B-0F3B-4830-8849-5678F27688E4}" srcOrd="1" destOrd="0" presId="urn:microsoft.com/office/officeart/2018/2/layout/IconLabelDescriptionList"/>
    <dgm:cxn modelId="{42EDD4BB-EBD1-7E49-9ACF-206E0F74B6D6}" type="presParOf" srcId="{D47CFED4-1760-471E-9998-95950FEE5408}" destId="{C8BBA7C1-170D-4AB3-8EB8-4D0B8F5A0D66}" srcOrd="2" destOrd="0" presId="urn:microsoft.com/office/officeart/2018/2/layout/IconLabelDescriptionList"/>
    <dgm:cxn modelId="{C4495BD4-4586-8B4A-9565-7A690D93CC8B}" type="presParOf" srcId="{D47CFED4-1760-471E-9998-95950FEE5408}" destId="{3B507C90-4B47-4DC3-A471-AF3D03D907DA}" srcOrd="3" destOrd="0" presId="urn:microsoft.com/office/officeart/2018/2/layout/IconLabelDescriptionList"/>
    <dgm:cxn modelId="{C305F3FD-67E1-3C46-8991-7E3F8EEAA6FB}" type="presParOf" srcId="{D47CFED4-1760-471E-9998-95950FEE5408}" destId="{CADB053B-24D8-4508-B909-9D6D044DE3D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50AB78-3B6C-49D7-A6EA-F5BD0DE3F5A0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7BC65E-C0D1-4C7D-9A24-7DD8540B404E}">
      <dgm:prSet/>
      <dgm:spPr/>
      <dgm:t>
        <a:bodyPr/>
        <a:lstStyle/>
        <a:p>
          <a:r>
            <a:rPr lang="en-GB" b="0" i="0"/>
            <a:t>Scoring system based on:</a:t>
          </a:r>
          <a:endParaRPr lang="en-US"/>
        </a:p>
      </dgm:t>
    </dgm:pt>
    <dgm:pt modelId="{25FEACCE-6E38-4AB0-9875-456263B0AEBD}" type="parTrans" cxnId="{3B5741EB-13CF-4A7E-BDCC-288EA2FF0ACA}">
      <dgm:prSet/>
      <dgm:spPr/>
      <dgm:t>
        <a:bodyPr/>
        <a:lstStyle/>
        <a:p>
          <a:endParaRPr lang="en-US"/>
        </a:p>
      </dgm:t>
    </dgm:pt>
    <dgm:pt modelId="{B6910E07-8385-4E20-AC2C-60D9A393C76B}" type="sibTrans" cxnId="{3B5741EB-13CF-4A7E-BDCC-288EA2FF0ACA}">
      <dgm:prSet/>
      <dgm:spPr/>
      <dgm:t>
        <a:bodyPr/>
        <a:lstStyle/>
        <a:p>
          <a:endParaRPr lang="en-US"/>
        </a:p>
      </dgm:t>
    </dgm:pt>
    <dgm:pt modelId="{498961F2-F1A6-4DB2-8ABA-A0F909716D30}">
      <dgm:prSet/>
      <dgm:spPr/>
      <dgm:t>
        <a:bodyPr/>
        <a:lstStyle/>
        <a:p>
          <a:r>
            <a:rPr lang="en-GB" b="0" i="0"/>
            <a:t>Market trend (SPY vs 200-day average)</a:t>
          </a:r>
          <a:endParaRPr lang="en-US"/>
        </a:p>
      </dgm:t>
    </dgm:pt>
    <dgm:pt modelId="{44A63949-D1A5-45EE-94F7-F0739A377A9E}" type="parTrans" cxnId="{DFED0A49-A166-4D86-81F1-9930F53D2403}">
      <dgm:prSet/>
      <dgm:spPr/>
      <dgm:t>
        <a:bodyPr/>
        <a:lstStyle/>
        <a:p>
          <a:endParaRPr lang="en-US"/>
        </a:p>
      </dgm:t>
    </dgm:pt>
    <dgm:pt modelId="{A4F5AA98-D2AC-4ECF-BB63-BEF6EA69BA20}" type="sibTrans" cxnId="{DFED0A49-A166-4D86-81F1-9930F53D2403}">
      <dgm:prSet/>
      <dgm:spPr/>
      <dgm:t>
        <a:bodyPr/>
        <a:lstStyle/>
        <a:p>
          <a:endParaRPr lang="en-US"/>
        </a:p>
      </dgm:t>
    </dgm:pt>
    <dgm:pt modelId="{227D0AC7-D6CE-44C6-A8D2-04D1323D9BE4}">
      <dgm:prSet/>
      <dgm:spPr/>
      <dgm:t>
        <a:bodyPr/>
        <a:lstStyle/>
        <a:p>
          <a:r>
            <a:rPr lang="en-GB" b="0" i="0"/>
            <a:t>Volatility (VIX)</a:t>
          </a:r>
          <a:endParaRPr lang="en-US"/>
        </a:p>
      </dgm:t>
    </dgm:pt>
    <dgm:pt modelId="{2F4A5161-E906-4F9C-AA1D-90DC1D1C85C4}" type="parTrans" cxnId="{FBC06861-792F-47E4-B9C1-893E8BD61471}">
      <dgm:prSet/>
      <dgm:spPr/>
      <dgm:t>
        <a:bodyPr/>
        <a:lstStyle/>
        <a:p>
          <a:endParaRPr lang="en-US"/>
        </a:p>
      </dgm:t>
    </dgm:pt>
    <dgm:pt modelId="{CF7EC014-DC32-436F-8057-29F3E3850BB5}" type="sibTrans" cxnId="{FBC06861-792F-47E4-B9C1-893E8BD61471}">
      <dgm:prSet/>
      <dgm:spPr/>
      <dgm:t>
        <a:bodyPr/>
        <a:lstStyle/>
        <a:p>
          <a:endParaRPr lang="en-US"/>
        </a:p>
      </dgm:t>
    </dgm:pt>
    <dgm:pt modelId="{3B9AF824-3648-4246-A599-1BF677BAFF84}">
      <dgm:prSet/>
      <dgm:spPr/>
      <dgm:t>
        <a:bodyPr/>
        <a:lstStyle/>
        <a:p>
          <a:r>
            <a:rPr lang="en-GB" b="0" i="0"/>
            <a:t>Interest rates</a:t>
          </a:r>
          <a:endParaRPr lang="en-US"/>
        </a:p>
      </dgm:t>
    </dgm:pt>
    <dgm:pt modelId="{18475EF7-D99A-45EB-A604-0D81CFCD7533}" type="parTrans" cxnId="{4F141372-5FB1-4571-B2A8-905923707A45}">
      <dgm:prSet/>
      <dgm:spPr/>
      <dgm:t>
        <a:bodyPr/>
        <a:lstStyle/>
        <a:p>
          <a:endParaRPr lang="en-US"/>
        </a:p>
      </dgm:t>
    </dgm:pt>
    <dgm:pt modelId="{71D3A876-5004-4B9B-AAEE-6F4EB13A46EF}" type="sibTrans" cxnId="{4F141372-5FB1-4571-B2A8-905923707A45}">
      <dgm:prSet/>
      <dgm:spPr/>
      <dgm:t>
        <a:bodyPr/>
        <a:lstStyle/>
        <a:p>
          <a:endParaRPr lang="en-US"/>
        </a:p>
      </dgm:t>
    </dgm:pt>
    <dgm:pt modelId="{D7201BFC-0407-4562-A62A-0D04E24316BF}">
      <dgm:prSet/>
      <dgm:spPr/>
      <dgm:t>
        <a:bodyPr/>
        <a:lstStyle/>
        <a:p>
          <a:r>
            <a:rPr lang="en-GB" b="0" i="0"/>
            <a:t>Economic strength</a:t>
          </a:r>
          <a:endParaRPr lang="en-US"/>
        </a:p>
      </dgm:t>
    </dgm:pt>
    <dgm:pt modelId="{396D716B-5CCC-44D2-A3FD-4EAADD1965A8}" type="parTrans" cxnId="{41BC9E60-5FF4-4406-ACF1-5F602CADADC4}">
      <dgm:prSet/>
      <dgm:spPr/>
      <dgm:t>
        <a:bodyPr/>
        <a:lstStyle/>
        <a:p>
          <a:endParaRPr lang="en-US"/>
        </a:p>
      </dgm:t>
    </dgm:pt>
    <dgm:pt modelId="{D3C92847-B270-48FC-B230-240488B4E0B0}" type="sibTrans" cxnId="{41BC9E60-5FF4-4406-ACF1-5F602CADADC4}">
      <dgm:prSet/>
      <dgm:spPr/>
      <dgm:t>
        <a:bodyPr/>
        <a:lstStyle/>
        <a:p>
          <a:endParaRPr lang="en-US"/>
        </a:p>
      </dgm:t>
    </dgm:pt>
    <dgm:pt modelId="{94369E70-3930-4298-A78C-EB5337DF7DA1}">
      <dgm:prSet/>
      <dgm:spPr/>
      <dgm:t>
        <a:bodyPr/>
        <a:lstStyle/>
        <a:p>
          <a:r>
            <a:rPr lang="en-GB" b="0" i="0"/>
            <a:t>Produces:</a:t>
          </a:r>
          <a:endParaRPr lang="en-US"/>
        </a:p>
      </dgm:t>
    </dgm:pt>
    <dgm:pt modelId="{7E6022BB-4C84-4FF0-915D-3C4B444478B7}" type="parTrans" cxnId="{E13F8EFC-5A75-4DE9-9DB4-B8E4C7CEBB36}">
      <dgm:prSet/>
      <dgm:spPr/>
      <dgm:t>
        <a:bodyPr/>
        <a:lstStyle/>
        <a:p>
          <a:endParaRPr lang="en-US"/>
        </a:p>
      </dgm:t>
    </dgm:pt>
    <dgm:pt modelId="{1FBD3726-D6F1-42BA-9042-1661CCBFC1F3}" type="sibTrans" cxnId="{E13F8EFC-5A75-4DE9-9DB4-B8E4C7CEBB36}">
      <dgm:prSet/>
      <dgm:spPr/>
      <dgm:t>
        <a:bodyPr/>
        <a:lstStyle/>
        <a:p>
          <a:endParaRPr lang="en-US"/>
        </a:p>
      </dgm:t>
    </dgm:pt>
    <dgm:pt modelId="{B08025B0-01CB-453D-988A-2907CC9B6136}">
      <dgm:prSet/>
      <dgm:spPr/>
      <dgm:t>
        <a:bodyPr/>
        <a:lstStyle/>
        <a:p>
          <a:r>
            <a:rPr lang="en-GB" b="0" i="0"/>
            <a:t>Market regime (Risk-On / Risk-Off / Neutral)</a:t>
          </a:r>
          <a:endParaRPr lang="en-US"/>
        </a:p>
      </dgm:t>
    </dgm:pt>
    <dgm:pt modelId="{917910F8-A059-49BF-B203-1F7B4783EE73}" type="parTrans" cxnId="{F633F248-0430-417C-A8CA-80B57F282180}">
      <dgm:prSet/>
      <dgm:spPr/>
      <dgm:t>
        <a:bodyPr/>
        <a:lstStyle/>
        <a:p>
          <a:endParaRPr lang="en-US"/>
        </a:p>
      </dgm:t>
    </dgm:pt>
    <dgm:pt modelId="{C18470C9-AA34-4650-8696-1D691DD9F345}" type="sibTrans" cxnId="{F633F248-0430-417C-A8CA-80B57F282180}">
      <dgm:prSet/>
      <dgm:spPr/>
      <dgm:t>
        <a:bodyPr/>
        <a:lstStyle/>
        <a:p>
          <a:endParaRPr lang="en-US"/>
        </a:p>
      </dgm:t>
    </dgm:pt>
    <dgm:pt modelId="{DEB82C44-29C1-423B-9A69-C2E26ACFE7E5}">
      <dgm:prSet/>
      <dgm:spPr/>
      <dgm:t>
        <a:bodyPr/>
        <a:lstStyle/>
        <a:p>
          <a:r>
            <a:rPr lang="en-GB" b="0" i="0"/>
            <a:t>Provides reasoning behind decisions</a:t>
          </a:r>
          <a:endParaRPr lang="en-US"/>
        </a:p>
      </dgm:t>
    </dgm:pt>
    <dgm:pt modelId="{89152914-50A2-44E7-9249-01A6E821FBE3}" type="parTrans" cxnId="{3170700F-8BB1-42B0-A720-A7C4F7F87D1B}">
      <dgm:prSet/>
      <dgm:spPr/>
      <dgm:t>
        <a:bodyPr/>
        <a:lstStyle/>
        <a:p>
          <a:endParaRPr lang="en-US"/>
        </a:p>
      </dgm:t>
    </dgm:pt>
    <dgm:pt modelId="{342D4A27-BFE2-4D4B-9947-0DF74A994584}" type="sibTrans" cxnId="{3170700F-8BB1-42B0-A720-A7C4F7F87D1B}">
      <dgm:prSet/>
      <dgm:spPr/>
      <dgm:t>
        <a:bodyPr/>
        <a:lstStyle/>
        <a:p>
          <a:endParaRPr lang="en-US"/>
        </a:p>
      </dgm:t>
    </dgm:pt>
    <dgm:pt modelId="{858A16EE-8827-E941-BF17-3DAC2C44A0D3}" type="pres">
      <dgm:prSet presAssocID="{1250AB78-3B6C-49D7-A6EA-F5BD0DE3F5A0}" presName="Name0" presStyleCnt="0">
        <dgm:presLayoutVars>
          <dgm:dir/>
          <dgm:animLvl val="lvl"/>
          <dgm:resizeHandles val="exact"/>
        </dgm:presLayoutVars>
      </dgm:prSet>
      <dgm:spPr/>
    </dgm:pt>
    <dgm:pt modelId="{DAA4B8BE-B1DB-AF47-9C02-6946351BB9AC}" type="pres">
      <dgm:prSet presAssocID="{DEB82C44-29C1-423B-9A69-C2E26ACFE7E5}" presName="boxAndChildren" presStyleCnt="0"/>
      <dgm:spPr/>
    </dgm:pt>
    <dgm:pt modelId="{FC5D36CD-5EEA-2342-8509-BC538D4365E3}" type="pres">
      <dgm:prSet presAssocID="{DEB82C44-29C1-423B-9A69-C2E26ACFE7E5}" presName="parentTextBox" presStyleLbl="node1" presStyleIdx="0" presStyleCnt="3"/>
      <dgm:spPr/>
    </dgm:pt>
    <dgm:pt modelId="{918F5DB0-C584-9C43-93C3-14BB3FA1BF24}" type="pres">
      <dgm:prSet presAssocID="{1FBD3726-D6F1-42BA-9042-1661CCBFC1F3}" presName="sp" presStyleCnt="0"/>
      <dgm:spPr/>
    </dgm:pt>
    <dgm:pt modelId="{47E7DDC8-6D81-8443-951B-37841907980A}" type="pres">
      <dgm:prSet presAssocID="{94369E70-3930-4298-A78C-EB5337DF7DA1}" presName="arrowAndChildren" presStyleCnt="0"/>
      <dgm:spPr/>
    </dgm:pt>
    <dgm:pt modelId="{4FBC6EB1-F36D-C345-9BE5-F0F1624F1EEE}" type="pres">
      <dgm:prSet presAssocID="{94369E70-3930-4298-A78C-EB5337DF7DA1}" presName="parentTextArrow" presStyleLbl="node1" presStyleIdx="0" presStyleCnt="3"/>
      <dgm:spPr/>
    </dgm:pt>
    <dgm:pt modelId="{A10674CA-CBD0-484D-B0D6-D0CB4CCDDF21}" type="pres">
      <dgm:prSet presAssocID="{94369E70-3930-4298-A78C-EB5337DF7DA1}" presName="arrow" presStyleLbl="node1" presStyleIdx="1" presStyleCnt="3"/>
      <dgm:spPr/>
    </dgm:pt>
    <dgm:pt modelId="{DAF99B41-570F-7545-9ACD-47ECAAE4D84F}" type="pres">
      <dgm:prSet presAssocID="{94369E70-3930-4298-A78C-EB5337DF7DA1}" presName="descendantArrow" presStyleCnt="0"/>
      <dgm:spPr/>
    </dgm:pt>
    <dgm:pt modelId="{CEDBB1CB-2456-F845-A10F-490C61D915A5}" type="pres">
      <dgm:prSet presAssocID="{B08025B0-01CB-453D-988A-2907CC9B6136}" presName="childTextArrow" presStyleLbl="fgAccFollowNode1" presStyleIdx="0" presStyleCnt="5">
        <dgm:presLayoutVars>
          <dgm:bulletEnabled val="1"/>
        </dgm:presLayoutVars>
      </dgm:prSet>
      <dgm:spPr/>
    </dgm:pt>
    <dgm:pt modelId="{09D43AA8-89D7-1D4F-B84F-446A70B5275A}" type="pres">
      <dgm:prSet presAssocID="{B6910E07-8385-4E20-AC2C-60D9A393C76B}" presName="sp" presStyleCnt="0"/>
      <dgm:spPr/>
    </dgm:pt>
    <dgm:pt modelId="{B5963A4A-7F76-2B46-AF47-CC5A6E489975}" type="pres">
      <dgm:prSet presAssocID="{3A7BC65E-C0D1-4C7D-9A24-7DD8540B404E}" presName="arrowAndChildren" presStyleCnt="0"/>
      <dgm:spPr/>
    </dgm:pt>
    <dgm:pt modelId="{CB35E213-F493-2549-807F-35BD42C9DF61}" type="pres">
      <dgm:prSet presAssocID="{3A7BC65E-C0D1-4C7D-9A24-7DD8540B404E}" presName="parentTextArrow" presStyleLbl="node1" presStyleIdx="1" presStyleCnt="3"/>
      <dgm:spPr/>
    </dgm:pt>
    <dgm:pt modelId="{49A78863-33B0-8F44-9E51-CC097D0188A4}" type="pres">
      <dgm:prSet presAssocID="{3A7BC65E-C0D1-4C7D-9A24-7DD8540B404E}" presName="arrow" presStyleLbl="node1" presStyleIdx="2" presStyleCnt="3"/>
      <dgm:spPr/>
    </dgm:pt>
    <dgm:pt modelId="{D056FC72-30D7-1C4E-942D-C2B63B880C83}" type="pres">
      <dgm:prSet presAssocID="{3A7BC65E-C0D1-4C7D-9A24-7DD8540B404E}" presName="descendantArrow" presStyleCnt="0"/>
      <dgm:spPr/>
    </dgm:pt>
    <dgm:pt modelId="{625A4999-6D16-E04C-BC7A-97891CC5549F}" type="pres">
      <dgm:prSet presAssocID="{498961F2-F1A6-4DB2-8ABA-A0F909716D30}" presName="childTextArrow" presStyleLbl="fgAccFollowNode1" presStyleIdx="1" presStyleCnt="5">
        <dgm:presLayoutVars>
          <dgm:bulletEnabled val="1"/>
        </dgm:presLayoutVars>
      </dgm:prSet>
      <dgm:spPr/>
    </dgm:pt>
    <dgm:pt modelId="{E6753F83-FE57-A744-90B7-65EE08173510}" type="pres">
      <dgm:prSet presAssocID="{227D0AC7-D6CE-44C6-A8D2-04D1323D9BE4}" presName="childTextArrow" presStyleLbl="fgAccFollowNode1" presStyleIdx="2" presStyleCnt="5">
        <dgm:presLayoutVars>
          <dgm:bulletEnabled val="1"/>
        </dgm:presLayoutVars>
      </dgm:prSet>
      <dgm:spPr/>
    </dgm:pt>
    <dgm:pt modelId="{50542AD6-FCD7-F54E-BF29-6483AC772200}" type="pres">
      <dgm:prSet presAssocID="{3B9AF824-3648-4246-A599-1BF677BAFF84}" presName="childTextArrow" presStyleLbl="fgAccFollowNode1" presStyleIdx="3" presStyleCnt="5">
        <dgm:presLayoutVars>
          <dgm:bulletEnabled val="1"/>
        </dgm:presLayoutVars>
      </dgm:prSet>
      <dgm:spPr/>
    </dgm:pt>
    <dgm:pt modelId="{FB4BFEE2-8282-F049-9255-EC5CBC4FE719}" type="pres">
      <dgm:prSet presAssocID="{D7201BFC-0407-4562-A62A-0D04E24316BF}" presName="childTextArrow" presStyleLbl="fgAccFollowNode1" presStyleIdx="4" presStyleCnt="5">
        <dgm:presLayoutVars>
          <dgm:bulletEnabled val="1"/>
        </dgm:presLayoutVars>
      </dgm:prSet>
      <dgm:spPr/>
    </dgm:pt>
  </dgm:ptLst>
  <dgm:cxnLst>
    <dgm:cxn modelId="{3170700F-8BB1-42B0-A720-A7C4F7F87D1B}" srcId="{1250AB78-3B6C-49D7-A6EA-F5BD0DE3F5A0}" destId="{DEB82C44-29C1-423B-9A69-C2E26ACFE7E5}" srcOrd="2" destOrd="0" parTransId="{89152914-50A2-44E7-9249-01A6E821FBE3}" sibTransId="{342D4A27-BFE2-4D4B-9947-0DF74A994584}"/>
    <dgm:cxn modelId="{9E712421-B890-7B42-B3B8-F0905CD8D878}" type="presOf" srcId="{B08025B0-01CB-453D-988A-2907CC9B6136}" destId="{CEDBB1CB-2456-F845-A10F-490C61D915A5}" srcOrd="0" destOrd="0" presId="urn:microsoft.com/office/officeart/2005/8/layout/process4"/>
    <dgm:cxn modelId="{182BF325-FB3A-0F44-A48F-1BE6AF5B62A9}" type="presOf" srcId="{94369E70-3930-4298-A78C-EB5337DF7DA1}" destId="{4FBC6EB1-F36D-C345-9BE5-F0F1624F1EEE}" srcOrd="0" destOrd="0" presId="urn:microsoft.com/office/officeart/2005/8/layout/process4"/>
    <dgm:cxn modelId="{D0D4CF31-6F88-864F-B3B4-D6C750293C75}" type="presOf" srcId="{94369E70-3930-4298-A78C-EB5337DF7DA1}" destId="{A10674CA-CBD0-484D-B0D6-D0CB4CCDDF21}" srcOrd="1" destOrd="0" presId="urn:microsoft.com/office/officeart/2005/8/layout/process4"/>
    <dgm:cxn modelId="{A2607844-C3A5-C044-964B-070BA48C1179}" type="presOf" srcId="{1250AB78-3B6C-49D7-A6EA-F5BD0DE3F5A0}" destId="{858A16EE-8827-E941-BF17-3DAC2C44A0D3}" srcOrd="0" destOrd="0" presId="urn:microsoft.com/office/officeart/2005/8/layout/process4"/>
    <dgm:cxn modelId="{F633F248-0430-417C-A8CA-80B57F282180}" srcId="{94369E70-3930-4298-A78C-EB5337DF7DA1}" destId="{B08025B0-01CB-453D-988A-2907CC9B6136}" srcOrd="0" destOrd="0" parTransId="{917910F8-A059-49BF-B203-1F7B4783EE73}" sibTransId="{C18470C9-AA34-4650-8696-1D691DD9F345}"/>
    <dgm:cxn modelId="{DFED0A49-A166-4D86-81F1-9930F53D2403}" srcId="{3A7BC65E-C0D1-4C7D-9A24-7DD8540B404E}" destId="{498961F2-F1A6-4DB2-8ABA-A0F909716D30}" srcOrd="0" destOrd="0" parTransId="{44A63949-D1A5-45EE-94F7-F0739A377A9E}" sibTransId="{A4F5AA98-D2AC-4ECF-BB63-BEF6EA69BA20}"/>
    <dgm:cxn modelId="{9CB9564E-631D-D84C-9790-45F1C76A3765}" type="presOf" srcId="{DEB82C44-29C1-423B-9A69-C2E26ACFE7E5}" destId="{FC5D36CD-5EEA-2342-8509-BC538D4365E3}" srcOrd="0" destOrd="0" presId="urn:microsoft.com/office/officeart/2005/8/layout/process4"/>
    <dgm:cxn modelId="{06736157-0936-944D-A77B-7A3AD4565915}" type="presOf" srcId="{3B9AF824-3648-4246-A599-1BF677BAFF84}" destId="{50542AD6-FCD7-F54E-BF29-6483AC772200}" srcOrd="0" destOrd="0" presId="urn:microsoft.com/office/officeart/2005/8/layout/process4"/>
    <dgm:cxn modelId="{05E2EC5F-C99A-A847-A55C-8F6C5F51BAC7}" type="presOf" srcId="{227D0AC7-D6CE-44C6-A8D2-04D1323D9BE4}" destId="{E6753F83-FE57-A744-90B7-65EE08173510}" srcOrd="0" destOrd="0" presId="urn:microsoft.com/office/officeart/2005/8/layout/process4"/>
    <dgm:cxn modelId="{41BC9E60-5FF4-4406-ACF1-5F602CADADC4}" srcId="{3A7BC65E-C0D1-4C7D-9A24-7DD8540B404E}" destId="{D7201BFC-0407-4562-A62A-0D04E24316BF}" srcOrd="3" destOrd="0" parTransId="{396D716B-5CCC-44D2-A3FD-4EAADD1965A8}" sibTransId="{D3C92847-B270-48FC-B230-240488B4E0B0}"/>
    <dgm:cxn modelId="{FBC06861-792F-47E4-B9C1-893E8BD61471}" srcId="{3A7BC65E-C0D1-4C7D-9A24-7DD8540B404E}" destId="{227D0AC7-D6CE-44C6-A8D2-04D1323D9BE4}" srcOrd="1" destOrd="0" parTransId="{2F4A5161-E906-4F9C-AA1D-90DC1D1C85C4}" sibTransId="{CF7EC014-DC32-436F-8057-29F3E3850BB5}"/>
    <dgm:cxn modelId="{4F141372-5FB1-4571-B2A8-905923707A45}" srcId="{3A7BC65E-C0D1-4C7D-9A24-7DD8540B404E}" destId="{3B9AF824-3648-4246-A599-1BF677BAFF84}" srcOrd="2" destOrd="0" parTransId="{18475EF7-D99A-45EB-A604-0D81CFCD7533}" sibTransId="{71D3A876-5004-4B9B-AAEE-6F4EB13A46EF}"/>
    <dgm:cxn modelId="{55E9AF88-DFC7-6F4A-A13C-375CC0697486}" type="presOf" srcId="{3A7BC65E-C0D1-4C7D-9A24-7DD8540B404E}" destId="{CB35E213-F493-2549-807F-35BD42C9DF61}" srcOrd="0" destOrd="0" presId="urn:microsoft.com/office/officeart/2005/8/layout/process4"/>
    <dgm:cxn modelId="{FB774AD2-21CA-7845-AA13-6C0E33179EA8}" type="presOf" srcId="{D7201BFC-0407-4562-A62A-0D04E24316BF}" destId="{FB4BFEE2-8282-F049-9255-EC5CBC4FE719}" srcOrd="0" destOrd="0" presId="urn:microsoft.com/office/officeart/2005/8/layout/process4"/>
    <dgm:cxn modelId="{747A24D3-64AB-5147-8257-5F3359180DC0}" type="presOf" srcId="{3A7BC65E-C0D1-4C7D-9A24-7DD8540B404E}" destId="{49A78863-33B0-8F44-9E51-CC097D0188A4}" srcOrd="1" destOrd="0" presId="urn:microsoft.com/office/officeart/2005/8/layout/process4"/>
    <dgm:cxn modelId="{1F08B2DE-B2F6-1548-8276-A783863F94EA}" type="presOf" srcId="{498961F2-F1A6-4DB2-8ABA-A0F909716D30}" destId="{625A4999-6D16-E04C-BC7A-97891CC5549F}" srcOrd="0" destOrd="0" presId="urn:microsoft.com/office/officeart/2005/8/layout/process4"/>
    <dgm:cxn modelId="{3B5741EB-13CF-4A7E-BDCC-288EA2FF0ACA}" srcId="{1250AB78-3B6C-49D7-A6EA-F5BD0DE3F5A0}" destId="{3A7BC65E-C0D1-4C7D-9A24-7DD8540B404E}" srcOrd="0" destOrd="0" parTransId="{25FEACCE-6E38-4AB0-9875-456263B0AEBD}" sibTransId="{B6910E07-8385-4E20-AC2C-60D9A393C76B}"/>
    <dgm:cxn modelId="{E13F8EFC-5A75-4DE9-9DB4-B8E4C7CEBB36}" srcId="{1250AB78-3B6C-49D7-A6EA-F5BD0DE3F5A0}" destId="{94369E70-3930-4298-A78C-EB5337DF7DA1}" srcOrd="1" destOrd="0" parTransId="{7E6022BB-4C84-4FF0-915D-3C4B444478B7}" sibTransId="{1FBD3726-D6F1-42BA-9042-1661CCBFC1F3}"/>
    <dgm:cxn modelId="{850206A3-9F3B-D74C-AD6E-897DEFA70772}" type="presParOf" srcId="{858A16EE-8827-E941-BF17-3DAC2C44A0D3}" destId="{DAA4B8BE-B1DB-AF47-9C02-6946351BB9AC}" srcOrd="0" destOrd="0" presId="urn:microsoft.com/office/officeart/2005/8/layout/process4"/>
    <dgm:cxn modelId="{2D8C8B64-A0B2-FF4A-9BF3-5BC2FA455BE3}" type="presParOf" srcId="{DAA4B8BE-B1DB-AF47-9C02-6946351BB9AC}" destId="{FC5D36CD-5EEA-2342-8509-BC538D4365E3}" srcOrd="0" destOrd="0" presId="urn:microsoft.com/office/officeart/2005/8/layout/process4"/>
    <dgm:cxn modelId="{1454B83C-84E1-6449-836B-E81F81C69317}" type="presParOf" srcId="{858A16EE-8827-E941-BF17-3DAC2C44A0D3}" destId="{918F5DB0-C584-9C43-93C3-14BB3FA1BF24}" srcOrd="1" destOrd="0" presId="urn:microsoft.com/office/officeart/2005/8/layout/process4"/>
    <dgm:cxn modelId="{0E3C7DA7-F397-F64C-B9EF-6F919E41B339}" type="presParOf" srcId="{858A16EE-8827-E941-BF17-3DAC2C44A0D3}" destId="{47E7DDC8-6D81-8443-951B-37841907980A}" srcOrd="2" destOrd="0" presId="urn:microsoft.com/office/officeart/2005/8/layout/process4"/>
    <dgm:cxn modelId="{96B64D55-0870-174C-9D4F-8E4BA9C8275C}" type="presParOf" srcId="{47E7DDC8-6D81-8443-951B-37841907980A}" destId="{4FBC6EB1-F36D-C345-9BE5-F0F1624F1EEE}" srcOrd="0" destOrd="0" presId="urn:microsoft.com/office/officeart/2005/8/layout/process4"/>
    <dgm:cxn modelId="{8FB7FEAA-48D0-AE4F-8868-4609F252754D}" type="presParOf" srcId="{47E7DDC8-6D81-8443-951B-37841907980A}" destId="{A10674CA-CBD0-484D-B0D6-D0CB4CCDDF21}" srcOrd="1" destOrd="0" presId="urn:microsoft.com/office/officeart/2005/8/layout/process4"/>
    <dgm:cxn modelId="{DED10355-3033-914A-8036-10A89B44B695}" type="presParOf" srcId="{47E7DDC8-6D81-8443-951B-37841907980A}" destId="{DAF99B41-570F-7545-9ACD-47ECAAE4D84F}" srcOrd="2" destOrd="0" presId="urn:microsoft.com/office/officeart/2005/8/layout/process4"/>
    <dgm:cxn modelId="{9FAC07A5-26D6-9D4B-9746-BA533EB2DFC3}" type="presParOf" srcId="{DAF99B41-570F-7545-9ACD-47ECAAE4D84F}" destId="{CEDBB1CB-2456-F845-A10F-490C61D915A5}" srcOrd="0" destOrd="0" presId="urn:microsoft.com/office/officeart/2005/8/layout/process4"/>
    <dgm:cxn modelId="{05A3791A-66D2-9B43-AD33-0541280D4BC9}" type="presParOf" srcId="{858A16EE-8827-E941-BF17-3DAC2C44A0D3}" destId="{09D43AA8-89D7-1D4F-B84F-446A70B5275A}" srcOrd="3" destOrd="0" presId="urn:microsoft.com/office/officeart/2005/8/layout/process4"/>
    <dgm:cxn modelId="{D1DE4904-1F41-F442-AC59-4A97B1AF3D57}" type="presParOf" srcId="{858A16EE-8827-E941-BF17-3DAC2C44A0D3}" destId="{B5963A4A-7F76-2B46-AF47-CC5A6E489975}" srcOrd="4" destOrd="0" presId="urn:microsoft.com/office/officeart/2005/8/layout/process4"/>
    <dgm:cxn modelId="{B8D5BAF2-C168-5F46-A1A4-96C3D6F0AE19}" type="presParOf" srcId="{B5963A4A-7F76-2B46-AF47-CC5A6E489975}" destId="{CB35E213-F493-2549-807F-35BD42C9DF61}" srcOrd="0" destOrd="0" presId="urn:microsoft.com/office/officeart/2005/8/layout/process4"/>
    <dgm:cxn modelId="{BD848F74-10B9-ED43-9115-E644F5C407D9}" type="presParOf" srcId="{B5963A4A-7F76-2B46-AF47-CC5A6E489975}" destId="{49A78863-33B0-8F44-9E51-CC097D0188A4}" srcOrd="1" destOrd="0" presId="urn:microsoft.com/office/officeart/2005/8/layout/process4"/>
    <dgm:cxn modelId="{E4BBDD7C-3DBB-F241-849B-6B404BF88AAE}" type="presParOf" srcId="{B5963A4A-7F76-2B46-AF47-CC5A6E489975}" destId="{D056FC72-30D7-1C4E-942D-C2B63B880C83}" srcOrd="2" destOrd="0" presId="urn:microsoft.com/office/officeart/2005/8/layout/process4"/>
    <dgm:cxn modelId="{8860AD56-32A9-5141-B38C-A7076F66A562}" type="presParOf" srcId="{D056FC72-30D7-1C4E-942D-C2B63B880C83}" destId="{625A4999-6D16-E04C-BC7A-97891CC5549F}" srcOrd="0" destOrd="0" presId="urn:microsoft.com/office/officeart/2005/8/layout/process4"/>
    <dgm:cxn modelId="{40302D0F-9350-C143-BD64-5AA54F76CDC6}" type="presParOf" srcId="{D056FC72-30D7-1C4E-942D-C2B63B880C83}" destId="{E6753F83-FE57-A744-90B7-65EE08173510}" srcOrd="1" destOrd="0" presId="urn:microsoft.com/office/officeart/2005/8/layout/process4"/>
    <dgm:cxn modelId="{783B3C04-457C-224D-8F2B-FC61DB7E71A4}" type="presParOf" srcId="{D056FC72-30D7-1C4E-942D-C2B63B880C83}" destId="{50542AD6-FCD7-F54E-BF29-6483AC772200}" srcOrd="2" destOrd="0" presId="urn:microsoft.com/office/officeart/2005/8/layout/process4"/>
    <dgm:cxn modelId="{CB315928-9321-3F4D-8194-AB9D494F82D3}" type="presParOf" srcId="{D056FC72-30D7-1C4E-942D-C2B63B880C83}" destId="{FB4BFEE2-8282-F049-9255-EC5CBC4FE719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CD89BD5-C96F-4F0F-993E-9F74860E57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5C5C473-3CE3-4ED3-9C79-35157D0B63AB}">
      <dgm:prSet/>
      <dgm:spPr/>
      <dgm:t>
        <a:bodyPr/>
        <a:lstStyle/>
        <a:p>
          <a:pPr>
            <a:defRPr cap="all"/>
          </a:pPr>
          <a:r>
            <a:rPr lang="en-GB" b="0" i="0"/>
            <a:t>Budget analysis example</a:t>
          </a:r>
          <a:endParaRPr lang="en-US"/>
        </a:p>
      </dgm:t>
    </dgm:pt>
    <dgm:pt modelId="{80F2EAED-ABD2-4D51-878E-AEDF116D5DFA}" type="parTrans" cxnId="{89FD4E57-0A43-4CC6-ACD3-89E7D82FB0B6}">
      <dgm:prSet/>
      <dgm:spPr/>
      <dgm:t>
        <a:bodyPr/>
        <a:lstStyle/>
        <a:p>
          <a:endParaRPr lang="en-US"/>
        </a:p>
      </dgm:t>
    </dgm:pt>
    <dgm:pt modelId="{464103AB-A33D-43C6-9E64-9FF734A5F8D3}" type="sibTrans" cxnId="{89FD4E57-0A43-4CC6-ACD3-89E7D82FB0B6}">
      <dgm:prSet/>
      <dgm:spPr/>
      <dgm:t>
        <a:bodyPr/>
        <a:lstStyle/>
        <a:p>
          <a:endParaRPr lang="en-US"/>
        </a:p>
      </dgm:t>
    </dgm:pt>
    <dgm:pt modelId="{B596442A-12C9-4B31-85B4-1369634436B3}">
      <dgm:prSet/>
      <dgm:spPr/>
      <dgm:t>
        <a:bodyPr/>
        <a:lstStyle/>
        <a:p>
          <a:pPr>
            <a:defRPr cap="all"/>
          </a:pPr>
          <a:r>
            <a:rPr lang="en-GB" b="0" i="0"/>
            <a:t>Mortgage calculation example</a:t>
          </a:r>
          <a:endParaRPr lang="en-US"/>
        </a:p>
      </dgm:t>
    </dgm:pt>
    <dgm:pt modelId="{B10F5E58-5200-49FC-8553-3CCDE9C4CE44}" type="parTrans" cxnId="{E6F4EDBF-70FE-4E89-8CCD-E88769E11E9C}">
      <dgm:prSet/>
      <dgm:spPr/>
      <dgm:t>
        <a:bodyPr/>
        <a:lstStyle/>
        <a:p>
          <a:endParaRPr lang="en-US"/>
        </a:p>
      </dgm:t>
    </dgm:pt>
    <dgm:pt modelId="{12A6469C-9A7B-4E51-BC24-5FFF21244AE2}" type="sibTrans" cxnId="{E6F4EDBF-70FE-4E89-8CCD-E88769E11E9C}">
      <dgm:prSet/>
      <dgm:spPr/>
      <dgm:t>
        <a:bodyPr/>
        <a:lstStyle/>
        <a:p>
          <a:endParaRPr lang="en-US"/>
        </a:p>
      </dgm:t>
    </dgm:pt>
    <dgm:pt modelId="{A0424C64-C3BD-427D-8DF5-69AF93C7C1BF}">
      <dgm:prSet/>
      <dgm:spPr/>
      <dgm:t>
        <a:bodyPr/>
        <a:lstStyle/>
        <a:p>
          <a:pPr>
            <a:defRPr cap="all"/>
          </a:pPr>
          <a:r>
            <a:rPr lang="en-GB" b="0" i="0"/>
            <a:t>Investment recommendation example</a:t>
          </a:r>
          <a:endParaRPr lang="en-US"/>
        </a:p>
      </dgm:t>
    </dgm:pt>
    <dgm:pt modelId="{FCAE0BC6-897B-4395-93A5-C06CB11C1069}" type="parTrans" cxnId="{FB1B4D5D-B49F-4042-A077-6BB496C9B6BC}">
      <dgm:prSet/>
      <dgm:spPr/>
      <dgm:t>
        <a:bodyPr/>
        <a:lstStyle/>
        <a:p>
          <a:endParaRPr lang="en-US"/>
        </a:p>
      </dgm:t>
    </dgm:pt>
    <dgm:pt modelId="{D50BF2B4-3214-45ED-B257-C151CB5F9291}" type="sibTrans" cxnId="{FB1B4D5D-B49F-4042-A077-6BB496C9B6BC}">
      <dgm:prSet/>
      <dgm:spPr/>
      <dgm:t>
        <a:bodyPr/>
        <a:lstStyle/>
        <a:p>
          <a:endParaRPr lang="en-US"/>
        </a:p>
      </dgm:t>
    </dgm:pt>
    <dgm:pt modelId="{8C4B9B15-49FA-40AC-8BD8-51391FB18042}">
      <dgm:prSet/>
      <dgm:spPr/>
      <dgm:t>
        <a:bodyPr/>
        <a:lstStyle/>
        <a:p>
          <a:pPr>
            <a:defRPr cap="all"/>
          </a:pPr>
          <a:r>
            <a:rPr lang="en-GB" b="0" i="0"/>
            <a:t>Real-time outputs from user input</a:t>
          </a:r>
          <a:endParaRPr lang="en-US"/>
        </a:p>
      </dgm:t>
    </dgm:pt>
    <dgm:pt modelId="{0FB39FE8-7D14-409A-8823-28C4E9364A2D}" type="parTrans" cxnId="{7C1166CF-90BC-419F-8D1E-C01B14380E76}">
      <dgm:prSet/>
      <dgm:spPr/>
      <dgm:t>
        <a:bodyPr/>
        <a:lstStyle/>
        <a:p>
          <a:endParaRPr lang="en-US"/>
        </a:p>
      </dgm:t>
    </dgm:pt>
    <dgm:pt modelId="{135F9C28-6F87-42EC-9010-2741608CBD72}" type="sibTrans" cxnId="{7C1166CF-90BC-419F-8D1E-C01B14380E76}">
      <dgm:prSet/>
      <dgm:spPr/>
      <dgm:t>
        <a:bodyPr/>
        <a:lstStyle/>
        <a:p>
          <a:endParaRPr lang="en-US"/>
        </a:p>
      </dgm:t>
    </dgm:pt>
    <dgm:pt modelId="{B7C3D7F5-C4D6-4EFF-8154-1DC68ED30910}" type="pres">
      <dgm:prSet presAssocID="{0CD89BD5-C96F-4F0F-993E-9F74860E577B}" presName="root" presStyleCnt="0">
        <dgm:presLayoutVars>
          <dgm:dir/>
          <dgm:resizeHandles val="exact"/>
        </dgm:presLayoutVars>
      </dgm:prSet>
      <dgm:spPr/>
    </dgm:pt>
    <dgm:pt modelId="{B5005C29-8967-4975-8A9E-46E22F02CE33}" type="pres">
      <dgm:prSet presAssocID="{75C5C473-3CE3-4ED3-9C79-35157D0B63AB}" presName="compNode" presStyleCnt="0"/>
      <dgm:spPr/>
    </dgm:pt>
    <dgm:pt modelId="{8F351E74-3745-473E-AB51-7C65541F83F1}" type="pres">
      <dgm:prSet presAssocID="{75C5C473-3CE3-4ED3-9C79-35157D0B63A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F703887-E44C-437D-8A2C-28CEA3BF5708}" type="pres">
      <dgm:prSet presAssocID="{75C5C473-3CE3-4ED3-9C79-35157D0B63A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10C74B2-CB86-4824-B1B8-CC88F92818C1}" type="pres">
      <dgm:prSet presAssocID="{75C5C473-3CE3-4ED3-9C79-35157D0B63AB}" presName="spaceRect" presStyleCnt="0"/>
      <dgm:spPr/>
    </dgm:pt>
    <dgm:pt modelId="{A612EED3-00FC-46DC-BB26-251B837CAC9C}" type="pres">
      <dgm:prSet presAssocID="{75C5C473-3CE3-4ED3-9C79-35157D0B63AB}" presName="textRect" presStyleLbl="revTx" presStyleIdx="0" presStyleCnt="4">
        <dgm:presLayoutVars>
          <dgm:chMax val="1"/>
          <dgm:chPref val="1"/>
        </dgm:presLayoutVars>
      </dgm:prSet>
      <dgm:spPr/>
    </dgm:pt>
    <dgm:pt modelId="{ECF38EF3-F634-433E-8505-C58F1CF3A2BD}" type="pres">
      <dgm:prSet presAssocID="{464103AB-A33D-43C6-9E64-9FF734A5F8D3}" presName="sibTrans" presStyleCnt="0"/>
      <dgm:spPr/>
    </dgm:pt>
    <dgm:pt modelId="{E82B5F8E-1F10-4E30-8A6C-DBFE2BBDEB67}" type="pres">
      <dgm:prSet presAssocID="{B596442A-12C9-4B31-85B4-1369634436B3}" presName="compNode" presStyleCnt="0"/>
      <dgm:spPr/>
    </dgm:pt>
    <dgm:pt modelId="{C277DA28-9FF2-4D79-B215-63AED5543108}" type="pres">
      <dgm:prSet presAssocID="{B596442A-12C9-4B31-85B4-1369634436B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0A71E3C-1699-4435-B760-B8C800DB486B}" type="pres">
      <dgm:prSet presAssocID="{B596442A-12C9-4B31-85B4-1369634436B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D37312B4-BB87-4B18-A3B2-32A388188C69}" type="pres">
      <dgm:prSet presAssocID="{B596442A-12C9-4B31-85B4-1369634436B3}" presName="spaceRect" presStyleCnt="0"/>
      <dgm:spPr/>
    </dgm:pt>
    <dgm:pt modelId="{C1E52B74-B870-4FEF-9A48-046E89051221}" type="pres">
      <dgm:prSet presAssocID="{B596442A-12C9-4B31-85B4-1369634436B3}" presName="textRect" presStyleLbl="revTx" presStyleIdx="1" presStyleCnt="4">
        <dgm:presLayoutVars>
          <dgm:chMax val="1"/>
          <dgm:chPref val="1"/>
        </dgm:presLayoutVars>
      </dgm:prSet>
      <dgm:spPr/>
    </dgm:pt>
    <dgm:pt modelId="{D0C775B2-E638-4199-BE1B-76C6DB7AE2CC}" type="pres">
      <dgm:prSet presAssocID="{12A6469C-9A7B-4E51-BC24-5FFF21244AE2}" presName="sibTrans" presStyleCnt="0"/>
      <dgm:spPr/>
    </dgm:pt>
    <dgm:pt modelId="{D7D2EDDC-2D55-44C2-8D79-A56ACDFE9B4B}" type="pres">
      <dgm:prSet presAssocID="{A0424C64-C3BD-427D-8DF5-69AF93C7C1BF}" presName="compNode" presStyleCnt="0"/>
      <dgm:spPr/>
    </dgm:pt>
    <dgm:pt modelId="{B4D902B2-6BA4-4DF6-8449-B315EFB8A427}" type="pres">
      <dgm:prSet presAssocID="{A0424C64-C3BD-427D-8DF5-69AF93C7C1BF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AF9BFD6-87F4-4D2F-AE15-E857F05D2A99}" type="pres">
      <dgm:prSet presAssocID="{A0424C64-C3BD-427D-8DF5-69AF93C7C1B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12F3BB38-F1FA-4B8D-A032-59D5B8B839FD}" type="pres">
      <dgm:prSet presAssocID="{A0424C64-C3BD-427D-8DF5-69AF93C7C1BF}" presName="spaceRect" presStyleCnt="0"/>
      <dgm:spPr/>
    </dgm:pt>
    <dgm:pt modelId="{E308DA5F-3752-489E-B1CA-C3FC1F7D8EDE}" type="pres">
      <dgm:prSet presAssocID="{A0424C64-C3BD-427D-8DF5-69AF93C7C1BF}" presName="textRect" presStyleLbl="revTx" presStyleIdx="2" presStyleCnt="4">
        <dgm:presLayoutVars>
          <dgm:chMax val="1"/>
          <dgm:chPref val="1"/>
        </dgm:presLayoutVars>
      </dgm:prSet>
      <dgm:spPr/>
    </dgm:pt>
    <dgm:pt modelId="{ABABCC55-7539-4E25-B2F3-41805A7EF2D1}" type="pres">
      <dgm:prSet presAssocID="{D50BF2B4-3214-45ED-B257-C151CB5F9291}" presName="sibTrans" presStyleCnt="0"/>
      <dgm:spPr/>
    </dgm:pt>
    <dgm:pt modelId="{AB9585AE-5A82-483B-A9AB-92F8A257E198}" type="pres">
      <dgm:prSet presAssocID="{8C4B9B15-49FA-40AC-8BD8-51391FB18042}" presName="compNode" presStyleCnt="0"/>
      <dgm:spPr/>
    </dgm:pt>
    <dgm:pt modelId="{AE0E5B5E-7695-4CEA-A1C5-54AA6BF2ED89}" type="pres">
      <dgm:prSet presAssocID="{8C4B9B15-49FA-40AC-8BD8-51391FB1804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1740B93-5352-46F8-8CD6-E04A5EDE9575}" type="pres">
      <dgm:prSet presAssocID="{8C4B9B15-49FA-40AC-8BD8-51391FB180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F1156B6-86D6-4605-B91A-65F931F1F87A}" type="pres">
      <dgm:prSet presAssocID="{8C4B9B15-49FA-40AC-8BD8-51391FB18042}" presName="spaceRect" presStyleCnt="0"/>
      <dgm:spPr/>
    </dgm:pt>
    <dgm:pt modelId="{E67A922F-0150-4FA5-BBD3-DA5745FB1B84}" type="pres">
      <dgm:prSet presAssocID="{8C4B9B15-49FA-40AC-8BD8-51391FB1804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02E631B-AF50-48B2-ACE1-98C36B18E05F}" type="presOf" srcId="{8C4B9B15-49FA-40AC-8BD8-51391FB18042}" destId="{E67A922F-0150-4FA5-BBD3-DA5745FB1B84}" srcOrd="0" destOrd="0" presId="urn:microsoft.com/office/officeart/2018/5/layout/IconLeafLabelList"/>
    <dgm:cxn modelId="{89FD4E57-0A43-4CC6-ACD3-89E7D82FB0B6}" srcId="{0CD89BD5-C96F-4F0F-993E-9F74860E577B}" destId="{75C5C473-3CE3-4ED3-9C79-35157D0B63AB}" srcOrd="0" destOrd="0" parTransId="{80F2EAED-ABD2-4D51-878E-AEDF116D5DFA}" sibTransId="{464103AB-A33D-43C6-9E64-9FF734A5F8D3}"/>
    <dgm:cxn modelId="{FB1B4D5D-B49F-4042-A077-6BB496C9B6BC}" srcId="{0CD89BD5-C96F-4F0F-993E-9F74860E577B}" destId="{A0424C64-C3BD-427D-8DF5-69AF93C7C1BF}" srcOrd="2" destOrd="0" parTransId="{FCAE0BC6-897B-4395-93A5-C06CB11C1069}" sibTransId="{D50BF2B4-3214-45ED-B257-C151CB5F9291}"/>
    <dgm:cxn modelId="{056FB871-926A-469D-B0CD-13CE912DC3B4}" type="presOf" srcId="{0CD89BD5-C96F-4F0F-993E-9F74860E577B}" destId="{B7C3D7F5-C4D6-4EFF-8154-1DC68ED30910}" srcOrd="0" destOrd="0" presId="urn:microsoft.com/office/officeart/2018/5/layout/IconLeafLabelList"/>
    <dgm:cxn modelId="{9F23BA7E-E5D9-444D-A58F-52C55D9A9F81}" type="presOf" srcId="{75C5C473-3CE3-4ED3-9C79-35157D0B63AB}" destId="{A612EED3-00FC-46DC-BB26-251B837CAC9C}" srcOrd="0" destOrd="0" presId="urn:microsoft.com/office/officeart/2018/5/layout/IconLeafLabelList"/>
    <dgm:cxn modelId="{9D1EAEB0-7EF9-4415-AC58-FA71EC900858}" type="presOf" srcId="{A0424C64-C3BD-427D-8DF5-69AF93C7C1BF}" destId="{E308DA5F-3752-489E-B1CA-C3FC1F7D8EDE}" srcOrd="0" destOrd="0" presId="urn:microsoft.com/office/officeart/2018/5/layout/IconLeafLabelList"/>
    <dgm:cxn modelId="{E6F4EDBF-70FE-4E89-8CCD-E88769E11E9C}" srcId="{0CD89BD5-C96F-4F0F-993E-9F74860E577B}" destId="{B596442A-12C9-4B31-85B4-1369634436B3}" srcOrd="1" destOrd="0" parTransId="{B10F5E58-5200-49FC-8553-3CCDE9C4CE44}" sibTransId="{12A6469C-9A7B-4E51-BC24-5FFF21244AE2}"/>
    <dgm:cxn modelId="{7C1166CF-90BC-419F-8D1E-C01B14380E76}" srcId="{0CD89BD5-C96F-4F0F-993E-9F74860E577B}" destId="{8C4B9B15-49FA-40AC-8BD8-51391FB18042}" srcOrd="3" destOrd="0" parTransId="{0FB39FE8-7D14-409A-8823-28C4E9364A2D}" sibTransId="{135F9C28-6F87-42EC-9010-2741608CBD72}"/>
    <dgm:cxn modelId="{3BF889CF-E353-404D-BA95-BD80B91455E5}" type="presOf" srcId="{B596442A-12C9-4B31-85B4-1369634436B3}" destId="{C1E52B74-B870-4FEF-9A48-046E89051221}" srcOrd="0" destOrd="0" presId="urn:microsoft.com/office/officeart/2018/5/layout/IconLeafLabelList"/>
    <dgm:cxn modelId="{8E1D3F8E-6B58-4ADF-9618-DBB85A6D3694}" type="presParOf" srcId="{B7C3D7F5-C4D6-4EFF-8154-1DC68ED30910}" destId="{B5005C29-8967-4975-8A9E-46E22F02CE33}" srcOrd="0" destOrd="0" presId="urn:microsoft.com/office/officeart/2018/5/layout/IconLeafLabelList"/>
    <dgm:cxn modelId="{8831DBD5-ECE9-4EA6-A57B-536A997AE3A2}" type="presParOf" srcId="{B5005C29-8967-4975-8A9E-46E22F02CE33}" destId="{8F351E74-3745-473E-AB51-7C65541F83F1}" srcOrd="0" destOrd="0" presId="urn:microsoft.com/office/officeart/2018/5/layout/IconLeafLabelList"/>
    <dgm:cxn modelId="{D72AEEA4-5743-4C54-9DB6-82F0F30C87BF}" type="presParOf" srcId="{B5005C29-8967-4975-8A9E-46E22F02CE33}" destId="{4F703887-E44C-437D-8A2C-28CEA3BF5708}" srcOrd="1" destOrd="0" presId="urn:microsoft.com/office/officeart/2018/5/layout/IconLeafLabelList"/>
    <dgm:cxn modelId="{6AD17094-873F-420F-B41D-33F357C0E025}" type="presParOf" srcId="{B5005C29-8967-4975-8A9E-46E22F02CE33}" destId="{310C74B2-CB86-4824-B1B8-CC88F92818C1}" srcOrd="2" destOrd="0" presId="urn:microsoft.com/office/officeart/2018/5/layout/IconLeafLabelList"/>
    <dgm:cxn modelId="{5328DE91-C2C1-483F-B43D-47FC4BA3E78D}" type="presParOf" srcId="{B5005C29-8967-4975-8A9E-46E22F02CE33}" destId="{A612EED3-00FC-46DC-BB26-251B837CAC9C}" srcOrd="3" destOrd="0" presId="urn:microsoft.com/office/officeart/2018/5/layout/IconLeafLabelList"/>
    <dgm:cxn modelId="{B7FCDD57-8BCB-4C61-87AE-8015B6FD7D94}" type="presParOf" srcId="{B7C3D7F5-C4D6-4EFF-8154-1DC68ED30910}" destId="{ECF38EF3-F634-433E-8505-C58F1CF3A2BD}" srcOrd="1" destOrd="0" presId="urn:microsoft.com/office/officeart/2018/5/layout/IconLeafLabelList"/>
    <dgm:cxn modelId="{C9A1B37B-470F-43F8-B92F-AC788B9851DF}" type="presParOf" srcId="{B7C3D7F5-C4D6-4EFF-8154-1DC68ED30910}" destId="{E82B5F8E-1F10-4E30-8A6C-DBFE2BBDEB67}" srcOrd="2" destOrd="0" presId="urn:microsoft.com/office/officeart/2018/5/layout/IconLeafLabelList"/>
    <dgm:cxn modelId="{8E08ECF7-68CE-4700-927B-5DAF1C59F5E9}" type="presParOf" srcId="{E82B5F8E-1F10-4E30-8A6C-DBFE2BBDEB67}" destId="{C277DA28-9FF2-4D79-B215-63AED5543108}" srcOrd="0" destOrd="0" presId="urn:microsoft.com/office/officeart/2018/5/layout/IconLeafLabelList"/>
    <dgm:cxn modelId="{35183C10-DB8F-4E9F-A178-36F8FB63B64A}" type="presParOf" srcId="{E82B5F8E-1F10-4E30-8A6C-DBFE2BBDEB67}" destId="{C0A71E3C-1699-4435-B760-B8C800DB486B}" srcOrd="1" destOrd="0" presId="urn:microsoft.com/office/officeart/2018/5/layout/IconLeafLabelList"/>
    <dgm:cxn modelId="{E9475AC4-4224-4EC7-9512-2CB571F9F602}" type="presParOf" srcId="{E82B5F8E-1F10-4E30-8A6C-DBFE2BBDEB67}" destId="{D37312B4-BB87-4B18-A3B2-32A388188C69}" srcOrd="2" destOrd="0" presId="urn:microsoft.com/office/officeart/2018/5/layout/IconLeafLabelList"/>
    <dgm:cxn modelId="{0C49722F-56A5-498E-B488-F4340F0F1987}" type="presParOf" srcId="{E82B5F8E-1F10-4E30-8A6C-DBFE2BBDEB67}" destId="{C1E52B74-B870-4FEF-9A48-046E89051221}" srcOrd="3" destOrd="0" presId="urn:microsoft.com/office/officeart/2018/5/layout/IconLeafLabelList"/>
    <dgm:cxn modelId="{C26382F8-EEA6-4CA6-8770-687181FEFD64}" type="presParOf" srcId="{B7C3D7F5-C4D6-4EFF-8154-1DC68ED30910}" destId="{D0C775B2-E638-4199-BE1B-76C6DB7AE2CC}" srcOrd="3" destOrd="0" presId="urn:microsoft.com/office/officeart/2018/5/layout/IconLeafLabelList"/>
    <dgm:cxn modelId="{6CF586B2-465D-459E-80EC-D4587B0FED7F}" type="presParOf" srcId="{B7C3D7F5-C4D6-4EFF-8154-1DC68ED30910}" destId="{D7D2EDDC-2D55-44C2-8D79-A56ACDFE9B4B}" srcOrd="4" destOrd="0" presId="urn:microsoft.com/office/officeart/2018/5/layout/IconLeafLabelList"/>
    <dgm:cxn modelId="{2517CA5A-EF46-427A-8A03-43340508A4AC}" type="presParOf" srcId="{D7D2EDDC-2D55-44C2-8D79-A56ACDFE9B4B}" destId="{B4D902B2-6BA4-4DF6-8449-B315EFB8A427}" srcOrd="0" destOrd="0" presId="urn:microsoft.com/office/officeart/2018/5/layout/IconLeafLabelList"/>
    <dgm:cxn modelId="{59877418-56EF-4509-AD97-1C99D529728E}" type="presParOf" srcId="{D7D2EDDC-2D55-44C2-8D79-A56ACDFE9B4B}" destId="{AAF9BFD6-87F4-4D2F-AE15-E857F05D2A99}" srcOrd="1" destOrd="0" presId="urn:microsoft.com/office/officeart/2018/5/layout/IconLeafLabelList"/>
    <dgm:cxn modelId="{8FC92B92-2FCC-48ED-A167-2B2024737C14}" type="presParOf" srcId="{D7D2EDDC-2D55-44C2-8D79-A56ACDFE9B4B}" destId="{12F3BB38-F1FA-4B8D-A032-59D5B8B839FD}" srcOrd="2" destOrd="0" presId="urn:microsoft.com/office/officeart/2018/5/layout/IconLeafLabelList"/>
    <dgm:cxn modelId="{3AF1E66E-388F-43E8-81CF-B446C8CC8EC0}" type="presParOf" srcId="{D7D2EDDC-2D55-44C2-8D79-A56ACDFE9B4B}" destId="{E308DA5F-3752-489E-B1CA-C3FC1F7D8EDE}" srcOrd="3" destOrd="0" presId="urn:microsoft.com/office/officeart/2018/5/layout/IconLeafLabelList"/>
    <dgm:cxn modelId="{4B9CA611-6358-4BF2-AEC7-C3BE38FAF85E}" type="presParOf" srcId="{B7C3D7F5-C4D6-4EFF-8154-1DC68ED30910}" destId="{ABABCC55-7539-4E25-B2F3-41805A7EF2D1}" srcOrd="5" destOrd="0" presId="urn:microsoft.com/office/officeart/2018/5/layout/IconLeafLabelList"/>
    <dgm:cxn modelId="{CD8AC5D9-3347-44F5-A21A-9DB438BC4BEA}" type="presParOf" srcId="{B7C3D7F5-C4D6-4EFF-8154-1DC68ED30910}" destId="{AB9585AE-5A82-483B-A9AB-92F8A257E198}" srcOrd="6" destOrd="0" presId="urn:microsoft.com/office/officeart/2018/5/layout/IconLeafLabelList"/>
    <dgm:cxn modelId="{909D0B55-D980-474A-BED7-B11E30A5DE30}" type="presParOf" srcId="{AB9585AE-5A82-483B-A9AB-92F8A257E198}" destId="{AE0E5B5E-7695-4CEA-A1C5-54AA6BF2ED89}" srcOrd="0" destOrd="0" presId="urn:microsoft.com/office/officeart/2018/5/layout/IconLeafLabelList"/>
    <dgm:cxn modelId="{C6DFE888-90A6-406E-AC17-66A7E0449FFC}" type="presParOf" srcId="{AB9585AE-5A82-483B-A9AB-92F8A257E198}" destId="{51740B93-5352-46F8-8CD6-E04A5EDE9575}" srcOrd="1" destOrd="0" presId="urn:microsoft.com/office/officeart/2018/5/layout/IconLeafLabelList"/>
    <dgm:cxn modelId="{75B5E3E0-DD75-4936-B5B3-E584BEE98EE1}" type="presParOf" srcId="{AB9585AE-5A82-483B-A9AB-92F8A257E198}" destId="{0F1156B6-86D6-4605-B91A-65F931F1F87A}" srcOrd="2" destOrd="0" presId="urn:microsoft.com/office/officeart/2018/5/layout/IconLeafLabelList"/>
    <dgm:cxn modelId="{9A670661-4A63-4CCA-97E8-841955A84BC6}" type="presParOf" srcId="{AB9585AE-5A82-483B-A9AB-92F8A257E198}" destId="{E67A922F-0150-4FA5-BBD3-DA5745FB1B8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0698FC-64FD-40D5-B919-B47A619F5E2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A173C02-893A-413D-B318-BD04A5CFA1D9}">
      <dgm:prSet/>
      <dgm:spPr/>
      <dgm:t>
        <a:bodyPr/>
        <a:lstStyle/>
        <a:p>
          <a:pPr>
            <a:defRPr cap="all"/>
          </a:pPr>
          <a:r>
            <a:rPr lang="en-GB" b="0" i="0"/>
            <a:t>User accounts and data storage</a:t>
          </a:r>
          <a:endParaRPr lang="en-US"/>
        </a:p>
      </dgm:t>
    </dgm:pt>
    <dgm:pt modelId="{6AC776F4-0795-47EA-AEB6-6F6313D7FCC4}" type="parTrans" cxnId="{6B7881A6-1514-4BB1-81CD-FF6603A696D3}">
      <dgm:prSet/>
      <dgm:spPr/>
      <dgm:t>
        <a:bodyPr/>
        <a:lstStyle/>
        <a:p>
          <a:endParaRPr lang="en-US"/>
        </a:p>
      </dgm:t>
    </dgm:pt>
    <dgm:pt modelId="{A6BA76FF-CC5F-47CE-BCDE-7C320C9AC16E}" type="sibTrans" cxnId="{6B7881A6-1514-4BB1-81CD-FF6603A696D3}">
      <dgm:prSet/>
      <dgm:spPr/>
      <dgm:t>
        <a:bodyPr/>
        <a:lstStyle/>
        <a:p>
          <a:endParaRPr lang="en-US"/>
        </a:p>
      </dgm:t>
    </dgm:pt>
    <dgm:pt modelId="{9072E2C3-B3A1-4316-93E0-6B952D428226}">
      <dgm:prSet/>
      <dgm:spPr/>
      <dgm:t>
        <a:bodyPr/>
        <a:lstStyle/>
        <a:p>
          <a:pPr>
            <a:defRPr cap="all"/>
          </a:pPr>
          <a:r>
            <a:rPr lang="en-GB" b="0" i="0"/>
            <a:t>Improved UI/UX design</a:t>
          </a:r>
          <a:endParaRPr lang="en-US"/>
        </a:p>
      </dgm:t>
    </dgm:pt>
    <dgm:pt modelId="{0547505E-68EA-404D-94F5-9F4F2DDC6DC9}" type="parTrans" cxnId="{E8E54E7C-B9F9-4D90-A093-0DD7799D20E6}">
      <dgm:prSet/>
      <dgm:spPr/>
      <dgm:t>
        <a:bodyPr/>
        <a:lstStyle/>
        <a:p>
          <a:endParaRPr lang="en-US"/>
        </a:p>
      </dgm:t>
    </dgm:pt>
    <dgm:pt modelId="{9064EC21-5580-47BF-8646-A4EF59D83310}" type="sibTrans" cxnId="{E8E54E7C-B9F9-4D90-A093-0DD7799D20E6}">
      <dgm:prSet/>
      <dgm:spPr/>
      <dgm:t>
        <a:bodyPr/>
        <a:lstStyle/>
        <a:p>
          <a:endParaRPr lang="en-US"/>
        </a:p>
      </dgm:t>
    </dgm:pt>
    <dgm:pt modelId="{7F05C050-71CD-4F80-8B38-C6102B77E902}">
      <dgm:prSet/>
      <dgm:spPr/>
      <dgm:t>
        <a:bodyPr/>
        <a:lstStyle/>
        <a:p>
          <a:pPr>
            <a:defRPr cap="all"/>
          </a:pPr>
          <a:r>
            <a:rPr lang="en-GB" b="0" i="0"/>
            <a:t>Mobile-friendly version</a:t>
          </a:r>
          <a:endParaRPr lang="en-US"/>
        </a:p>
      </dgm:t>
    </dgm:pt>
    <dgm:pt modelId="{B6739E54-AE30-4EB5-ABC3-239343A7E579}" type="parTrans" cxnId="{F6060CC6-5797-47BF-BFC4-CFCE320EC5EC}">
      <dgm:prSet/>
      <dgm:spPr/>
      <dgm:t>
        <a:bodyPr/>
        <a:lstStyle/>
        <a:p>
          <a:endParaRPr lang="en-US"/>
        </a:p>
      </dgm:t>
    </dgm:pt>
    <dgm:pt modelId="{A496E2C2-B92A-4A9B-9F72-C46FECEA315A}" type="sibTrans" cxnId="{F6060CC6-5797-47BF-BFC4-CFCE320EC5EC}">
      <dgm:prSet/>
      <dgm:spPr/>
      <dgm:t>
        <a:bodyPr/>
        <a:lstStyle/>
        <a:p>
          <a:endParaRPr lang="en-US"/>
        </a:p>
      </dgm:t>
    </dgm:pt>
    <dgm:pt modelId="{6C7603F7-3A0A-4760-9420-289E71B18EEA}">
      <dgm:prSet/>
      <dgm:spPr/>
      <dgm:t>
        <a:bodyPr/>
        <a:lstStyle/>
        <a:p>
          <a:pPr>
            <a:defRPr cap="all"/>
          </a:pPr>
          <a:r>
            <a:rPr lang="en-GB" b="0" i="0"/>
            <a:t>More financial tools (retirement, taxes, etc.)</a:t>
          </a:r>
          <a:endParaRPr lang="en-US"/>
        </a:p>
      </dgm:t>
    </dgm:pt>
    <dgm:pt modelId="{8765103B-9B7F-4728-B659-557BBDB97C11}" type="parTrans" cxnId="{D8AFFE52-3DFB-434B-B326-8B0537FFA644}">
      <dgm:prSet/>
      <dgm:spPr/>
      <dgm:t>
        <a:bodyPr/>
        <a:lstStyle/>
        <a:p>
          <a:endParaRPr lang="en-US"/>
        </a:p>
      </dgm:t>
    </dgm:pt>
    <dgm:pt modelId="{DC211B44-D15E-4FC8-A307-64AE4DFEC191}" type="sibTrans" cxnId="{D8AFFE52-3DFB-434B-B326-8B0537FFA644}">
      <dgm:prSet/>
      <dgm:spPr/>
      <dgm:t>
        <a:bodyPr/>
        <a:lstStyle/>
        <a:p>
          <a:endParaRPr lang="en-US"/>
        </a:p>
      </dgm:t>
    </dgm:pt>
    <dgm:pt modelId="{EBD99FAE-1106-47AF-B5E6-07A70FEF4996}">
      <dgm:prSet/>
      <dgm:spPr/>
      <dgm:t>
        <a:bodyPr/>
        <a:lstStyle/>
        <a:p>
          <a:pPr>
            <a:defRPr cap="all"/>
          </a:pPr>
          <a:r>
            <a:rPr lang="en-GB" b="0" i="0"/>
            <a:t>Enhanced data visualization</a:t>
          </a:r>
          <a:endParaRPr lang="en-US"/>
        </a:p>
      </dgm:t>
    </dgm:pt>
    <dgm:pt modelId="{68EDB2F9-3C0A-496C-AB18-43D2F6E301AD}" type="parTrans" cxnId="{DC58C9A6-3E08-48F8-A37E-2F61DF68D0B5}">
      <dgm:prSet/>
      <dgm:spPr/>
      <dgm:t>
        <a:bodyPr/>
        <a:lstStyle/>
        <a:p>
          <a:endParaRPr lang="en-US"/>
        </a:p>
      </dgm:t>
    </dgm:pt>
    <dgm:pt modelId="{1DFBADBB-EEA4-42E8-A526-17C1EA54C24F}" type="sibTrans" cxnId="{DC58C9A6-3E08-48F8-A37E-2F61DF68D0B5}">
      <dgm:prSet/>
      <dgm:spPr/>
      <dgm:t>
        <a:bodyPr/>
        <a:lstStyle/>
        <a:p>
          <a:endParaRPr lang="en-US"/>
        </a:p>
      </dgm:t>
    </dgm:pt>
    <dgm:pt modelId="{0C13410C-F45D-4784-817F-88CA3E2BD1B7}" type="pres">
      <dgm:prSet presAssocID="{940698FC-64FD-40D5-B919-B47A619F5E21}" presName="root" presStyleCnt="0">
        <dgm:presLayoutVars>
          <dgm:dir/>
          <dgm:resizeHandles val="exact"/>
        </dgm:presLayoutVars>
      </dgm:prSet>
      <dgm:spPr/>
    </dgm:pt>
    <dgm:pt modelId="{005CAE3B-A4E4-427F-B1AC-791204D250B4}" type="pres">
      <dgm:prSet presAssocID="{8A173C02-893A-413D-B318-BD04A5CFA1D9}" presName="compNode" presStyleCnt="0"/>
      <dgm:spPr/>
    </dgm:pt>
    <dgm:pt modelId="{BE0F49DF-C4E3-41DD-B5F2-2B10B6CE4270}" type="pres">
      <dgm:prSet presAssocID="{8A173C02-893A-413D-B318-BD04A5CFA1D9}" presName="iconBgRect" presStyleLbl="bgShp" presStyleIdx="0" presStyleCnt="5"/>
      <dgm:spPr/>
    </dgm:pt>
    <dgm:pt modelId="{0D3C4720-98C1-435B-9ADE-1D21FC25F843}" type="pres">
      <dgm:prSet presAssocID="{8A173C02-893A-413D-B318-BD04A5CFA1D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34CAAC5-76BE-4CAB-89F7-995749BF75DF}" type="pres">
      <dgm:prSet presAssocID="{8A173C02-893A-413D-B318-BD04A5CFA1D9}" presName="spaceRect" presStyleCnt="0"/>
      <dgm:spPr/>
    </dgm:pt>
    <dgm:pt modelId="{AC2FECD6-3201-434D-A604-58508ABED546}" type="pres">
      <dgm:prSet presAssocID="{8A173C02-893A-413D-B318-BD04A5CFA1D9}" presName="textRect" presStyleLbl="revTx" presStyleIdx="0" presStyleCnt="5">
        <dgm:presLayoutVars>
          <dgm:chMax val="1"/>
          <dgm:chPref val="1"/>
        </dgm:presLayoutVars>
      </dgm:prSet>
      <dgm:spPr/>
    </dgm:pt>
    <dgm:pt modelId="{0564A4A5-0420-4660-96E3-3351260CA95D}" type="pres">
      <dgm:prSet presAssocID="{A6BA76FF-CC5F-47CE-BCDE-7C320C9AC16E}" presName="sibTrans" presStyleCnt="0"/>
      <dgm:spPr/>
    </dgm:pt>
    <dgm:pt modelId="{941AE5DD-23CC-4642-8107-B6AE1432D1B5}" type="pres">
      <dgm:prSet presAssocID="{9072E2C3-B3A1-4316-93E0-6B952D428226}" presName="compNode" presStyleCnt="0"/>
      <dgm:spPr/>
    </dgm:pt>
    <dgm:pt modelId="{8D42A1F6-220F-4C82-BB75-DF3F99954122}" type="pres">
      <dgm:prSet presAssocID="{9072E2C3-B3A1-4316-93E0-6B952D428226}" presName="iconBgRect" presStyleLbl="bgShp" presStyleIdx="1" presStyleCnt="5"/>
      <dgm:spPr/>
    </dgm:pt>
    <dgm:pt modelId="{952B95B7-7AB4-48A3-9416-E220522A096B}" type="pres">
      <dgm:prSet presAssocID="{9072E2C3-B3A1-4316-93E0-6B952D428226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191C5B8-0FCC-4CD5-B32A-8F87B7D72690}" type="pres">
      <dgm:prSet presAssocID="{9072E2C3-B3A1-4316-93E0-6B952D428226}" presName="spaceRect" presStyleCnt="0"/>
      <dgm:spPr/>
    </dgm:pt>
    <dgm:pt modelId="{4422A769-16CA-4560-8144-11EA0FEDAC6F}" type="pres">
      <dgm:prSet presAssocID="{9072E2C3-B3A1-4316-93E0-6B952D428226}" presName="textRect" presStyleLbl="revTx" presStyleIdx="1" presStyleCnt="5">
        <dgm:presLayoutVars>
          <dgm:chMax val="1"/>
          <dgm:chPref val="1"/>
        </dgm:presLayoutVars>
      </dgm:prSet>
      <dgm:spPr/>
    </dgm:pt>
    <dgm:pt modelId="{91E04741-6FE6-4A0D-973C-128691DC87D8}" type="pres">
      <dgm:prSet presAssocID="{9064EC21-5580-47BF-8646-A4EF59D83310}" presName="sibTrans" presStyleCnt="0"/>
      <dgm:spPr/>
    </dgm:pt>
    <dgm:pt modelId="{51A957A5-FEBC-4360-BB95-34DC0BA5279E}" type="pres">
      <dgm:prSet presAssocID="{7F05C050-71CD-4F80-8B38-C6102B77E902}" presName="compNode" presStyleCnt="0"/>
      <dgm:spPr/>
    </dgm:pt>
    <dgm:pt modelId="{FC0FCB25-BBF5-46CB-A5D8-B81F66574D29}" type="pres">
      <dgm:prSet presAssocID="{7F05C050-71CD-4F80-8B38-C6102B77E902}" presName="iconBgRect" presStyleLbl="bgShp" presStyleIdx="2" presStyleCnt="5"/>
      <dgm:spPr/>
    </dgm:pt>
    <dgm:pt modelId="{61032825-569A-4A5E-96C3-7D2D7374E7BB}" type="pres">
      <dgm:prSet presAssocID="{7F05C050-71CD-4F80-8B38-C6102B77E90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B89ACF9-377E-499D-BE61-531DBBC769B5}" type="pres">
      <dgm:prSet presAssocID="{7F05C050-71CD-4F80-8B38-C6102B77E902}" presName="spaceRect" presStyleCnt="0"/>
      <dgm:spPr/>
    </dgm:pt>
    <dgm:pt modelId="{E54CC3A0-B889-4125-B0E0-CF0994E8C700}" type="pres">
      <dgm:prSet presAssocID="{7F05C050-71CD-4F80-8B38-C6102B77E902}" presName="textRect" presStyleLbl="revTx" presStyleIdx="2" presStyleCnt="5">
        <dgm:presLayoutVars>
          <dgm:chMax val="1"/>
          <dgm:chPref val="1"/>
        </dgm:presLayoutVars>
      </dgm:prSet>
      <dgm:spPr/>
    </dgm:pt>
    <dgm:pt modelId="{ECD555C5-BDFB-4220-BD01-3F6A23AFE42E}" type="pres">
      <dgm:prSet presAssocID="{A496E2C2-B92A-4A9B-9F72-C46FECEA315A}" presName="sibTrans" presStyleCnt="0"/>
      <dgm:spPr/>
    </dgm:pt>
    <dgm:pt modelId="{A7122954-7221-4809-9C7B-76FB5E911CB3}" type="pres">
      <dgm:prSet presAssocID="{6C7603F7-3A0A-4760-9420-289E71B18EEA}" presName="compNode" presStyleCnt="0"/>
      <dgm:spPr/>
    </dgm:pt>
    <dgm:pt modelId="{86095791-283B-457B-BD04-51AE51A93CBB}" type="pres">
      <dgm:prSet presAssocID="{6C7603F7-3A0A-4760-9420-289E71B18EEA}" presName="iconBgRect" presStyleLbl="bgShp" presStyleIdx="3" presStyleCnt="5"/>
      <dgm:spPr/>
    </dgm:pt>
    <dgm:pt modelId="{1CC826CA-3161-45CC-9462-0B39EA3ADE89}" type="pres">
      <dgm:prSet presAssocID="{6C7603F7-3A0A-4760-9420-289E71B18EEA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A67A9277-248A-425B-94AA-8EDB0BF3AEE9}" type="pres">
      <dgm:prSet presAssocID="{6C7603F7-3A0A-4760-9420-289E71B18EEA}" presName="spaceRect" presStyleCnt="0"/>
      <dgm:spPr/>
    </dgm:pt>
    <dgm:pt modelId="{C3CB241C-503A-46BF-A904-10D7711DAB1D}" type="pres">
      <dgm:prSet presAssocID="{6C7603F7-3A0A-4760-9420-289E71B18EEA}" presName="textRect" presStyleLbl="revTx" presStyleIdx="3" presStyleCnt="5">
        <dgm:presLayoutVars>
          <dgm:chMax val="1"/>
          <dgm:chPref val="1"/>
        </dgm:presLayoutVars>
      </dgm:prSet>
      <dgm:spPr/>
    </dgm:pt>
    <dgm:pt modelId="{6616DDCA-94D3-4245-AA64-DAC1F77F4557}" type="pres">
      <dgm:prSet presAssocID="{DC211B44-D15E-4FC8-A307-64AE4DFEC191}" presName="sibTrans" presStyleCnt="0"/>
      <dgm:spPr/>
    </dgm:pt>
    <dgm:pt modelId="{BB2D58C9-A726-45B0-A355-AC89B5F7A490}" type="pres">
      <dgm:prSet presAssocID="{EBD99FAE-1106-47AF-B5E6-07A70FEF4996}" presName="compNode" presStyleCnt="0"/>
      <dgm:spPr/>
    </dgm:pt>
    <dgm:pt modelId="{B4E63179-A5B1-4DA4-99AA-62A491FFF005}" type="pres">
      <dgm:prSet presAssocID="{EBD99FAE-1106-47AF-B5E6-07A70FEF4996}" presName="iconBgRect" presStyleLbl="bgShp" presStyleIdx="4" presStyleCnt="5"/>
      <dgm:spPr/>
    </dgm:pt>
    <dgm:pt modelId="{9E48950A-22D9-4C52-AB70-EB411F28FFFE}" type="pres">
      <dgm:prSet presAssocID="{EBD99FAE-1106-47AF-B5E6-07A70FEF499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0BA7D94-7D34-4E01-9BA5-3790AD75A52C}" type="pres">
      <dgm:prSet presAssocID="{EBD99FAE-1106-47AF-B5E6-07A70FEF4996}" presName="spaceRect" presStyleCnt="0"/>
      <dgm:spPr/>
    </dgm:pt>
    <dgm:pt modelId="{6825F377-A891-43E0-A6E6-4D7C6D969537}" type="pres">
      <dgm:prSet presAssocID="{EBD99FAE-1106-47AF-B5E6-07A70FEF499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9B7D827-5101-4B98-876C-7AFD7548D31B}" type="presOf" srcId="{EBD99FAE-1106-47AF-B5E6-07A70FEF4996}" destId="{6825F377-A891-43E0-A6E6-4D7C6D969537}" srcOrd="0" destOrd="0" presId="urn:microsoft.com/office/officeart/2018/5/layout/IconCircleLabelList"/>
    <dgm:cxn modelId="{AA672C4F-BD2D-4FFD-B8A2-ACCB2F65CE1F}" type="presOf" srcId="{7F05C050-71CD-4F80-8B38-C6102B77E902}" destId="{E54CC3A0-B889-4125-B0E0-CF0994E8C700}" srcOrd="0" destOrd="0" presId="urn:microsoft.com/office/officeart/2018/5/layout/IconCircleLabelList"/>
    <dgm:cxn modelId="{D8AFFE52-3DFB-434B-B326-8B0537FFA644}" srcId="{940698FC-64FD-40D5-B919-B47A619F5E21}" destId="{6C7603F7-3A0A-4760-9420-289E71B18EEA}" srcOrd="3" destOrd="0" parTransId="{8765103B-9B7F-4728-B659-557BBDB97C11}" sibTransId="{DC211B44-D15E-4FC8-A307-64AE4DFEC191}"/>
    <dgm:cxn modelId="{6C4A7C58-3860-49F0-B7C0-4FB33988AD4D}" type="presOf" srcId="{8A173C02-893A-413D-B318-BD04A5CFA1D9}" destId="{AC2FECD6-3201-434D-A604-58508ABED546}" srcOrd="0" destOrd="0" presId="urn:microsoft.com/office/officeart/2018/5/layout/IconCircleLabelList"/>
    <dgm:cxn modelId="{E8E54E7C-B9F9-4D90-A093-0DD7799D20E6}" srcId="{940698FC-64FD-40D5-B919-B47A619F5E21}" destId="{9072E2C3-B3A1-4316-93E0-6B952D428226}" srcOrd="1" destOrd="0" parTransId="{0547505E-68EA-404D-94F5-9F4F2DDC6DC9}" sibTransId="{9064EC21-5580-47BF-8646-A4EF59D83310}"/>
    <dgm:cxn modelId="{4C7D2093-9650-4CC7-8BBE-DD43BF453CBA}" type="presOf" srcId="{9072E2C3-B3A1-4316-93E0-6B952D428226}" destId="{4422A769-16CA-4560-8144-11EA0FEDAC6F}" srcOrd="0" destOrd="0" presId="urn:microsoft.com/office/officeart/2018/5/layout/IconCircleLabelList"/>
    <dgm:cxn modelId="{6B7881A6-1514-4BB1-81CD-FF6603A696D3}" srcId="{940698FC-64FD-40D5-B919-B47A619F5E21}" destId="{8A173C02-893A-413D-B318-BD04A5CFA1D9}" srcOrd="0" destOrd="0" parTransId="{6AC776F4-0795-47EA-AEB6-6F6313D7FCC4}" sibTransId="{A6BA76FF-CC5F-47CE-BCDE-7C320C9AC16E}"/>
    <dgm:cxn modelId="{DC58C9A6-3E08-48F8-A37E-2F61DF68D0B5}" srcId="{940698FC-64FD-40D5-B919-B47A619F5E21}" destId="{EBD99FAE-1106-47AF-B5E6-07A70FEF4996}" srcOrd="4" destOrd="0" parTransId="{68EDB2F9-3C0A-496C-AB18-43D2F6E301AD}" sibTransId="{1DFBADBB-EEA4-42E8-A526-17C1EA54C24F}"/>
    <dgm:cxn modelId="{F6060CC6-5797-47BF-BFC4-CFCE320EC5EC}" srcId="{940698FC-64FD-40D5-B919-B47A619F5E21}" destId="{7F05C050-71CD-4F80-8B38-C6102B77E902}" srcOrd="2" destOrd="0" parTransId="{B6739E54-AE30-4EB5-ABC3-239343A7E579}" sibTransId="{A496E2C2-B92A-4A9B-9F72-C46FECEA315A}"/>
    <dgm:cxn modelId="{783B3FCB-5455-4CA6-B022-3C148CAFC193}" type="presOf" srcId="{940698FC-64FD-40D5-B919-B47A619F5E21}" destId="{0C13410C-F45D-4784-817F-88CA3E2BD1B7}" srcOrd="0" destOrd="0" presId="urn:microsoft.com/office/officeart/2018/5/layout/IconCircleLabelList"/>
    <dgm:cxn modelId="{BF0D34F7-FD53-4647-BC36-11FE09D2D4DF}" type="presOf" srcId="{6C7603F7-3A0A-4760-9420-289E71B18EEA}" destId="{C3CB241C-503A-46BF-A904-10D7711DAB1D}" srcOrd="0" destOrd="0" presId="urn:microsoft.com/office/officeart/2018/5/layout/IconCircleLabelList"/>
    <dgm:cxn modelId="{E988A46A-4B4B-4E8C-8F5E-2F2A75BD3BBD}" type="presParOf" srcId="{0C13410C-F45D-4784-817F-88CA3E2BD1B7}" destId="{005CAE3B-A4E4-427F-B1AC-791204D250B4}" srcOrd="0" destOrd="0" presId="urn:microsoft.com/office/officeart/2018/5/layout/IconCircleLabelList"/>
    <dgm:cxn modelId="{6F7A2611-6245-4179-845E-029DD22F2D4C}" type="presParOf" srcId="{005CAE3B-A4E4-427F-B1AC-791204D250B4}" destId="{BE0F49DF-C4E3-41DD-B5F2-2B10B6CE4270}" srcOrd="0" destOrd="0" presId="urn:microsoft.com/office/officeart/2018/5/layout/IconCircleLabelList"/>
    <dgm:cxn modelId="{CDDE1FA3-0709-4806-95D3-2C42410594D9}" type="presParOf" srcId="{005CAE3B-A4E4-427F-B1AC-791204D250B4}" destId="{0D3C4720-98C1-435B-9ADE-1D21FC25F843}" srcOrd="1" destOrd="0" presId="urn:microsoft.com/office/officeart/2018/5/layout/IconCircleLabelList"/>
    <dgm:cxn modelId="{B5F5E830-C6D7-48A1-9ED7-34AD12C7EF28}" type="presParOf" srcId="{005CAE3B-A4E4-427F-B1AC-791204D250B4}" destId="{434CAAC5-76BE-4CAB-89F7-995749BF75DF}" srcOrd="2" destOrd="0" presId="urn:microsoft.com/office/officeart/2018/5/layout/IconCircleLabelList"/>
    <dgm:cxn modelId="{EDF1AF73-C85B-44B9-BD49-9BAD2D840F69}" type="presParOf" srcId="{005CAE3B-A4E4-427F-B1AC-791204D250B4}" destId="{AC2FECD6-3201-434D-A604-58508ABED546}" srcOrd="3" destOrd="0" presId="urn:microsoft.com/office/officeart/2018/5/layout/IconCircleLabelList"/>
    <dgm:cxn modelId="{C0DE7C86-F0F5-4EF5-A0CE-7D8BEFB02FA8}" type="presParOf" srcId="{0C13410C-F45D-4784-817F-88CA3E2BD1B7}" destId="{0564A4A5-0420-4660-96E3-3351260CA95D}" srcOrd="1" destOrd="0" presId="urn:microsoft.com/office/officeart/2018/5/layout/IconCircleLabelList"/>
    <dgm:cxn modelId="{FCE9B63C-2CDC-4824-A4A5-24B664D3E367}" type="presParOf" srcId="{0C13410C-F45D-4784-817F-88CA3E2BD1B7}" destId="{941AE5DD-23CC-4642-8107-B6AE1432D1B5}" srcOrd="2" destOrd="0" presId="urn:microsoft.com/office/officeart/2018/5/layout/IconCircleLabelList"/>
    <dgm:cxn modelId="{2877DFFA-2E66-4A75-B6E2-4AB70B74EAB9}" type="presParOf" srcId="{941AE5DD-23CC-4642-8107-B6AE1432D1B5}" destId="{8D42A1F6-220F-4C82-BB75-DF3F99954122}" srcOrd="0" destOrd="0" presId="urn:microsoft.com/office/officeart/2018/5/layout/IconCircleLabelList"/>
    <dgm:cxn modelId="{BCD504EC-2647-475A-AA36-5FC0B1542018}" type="presParOf" srcId="{941AE5DD-23CC-4642-8107-B6AE1432D1B5}" destId="{952B95B7-7AB4-48A3-9416-E220522A096B}" srcOrd="1" destOrd="0" presId="urn:microsoft.com/office/officeart/2018/5/layout/IconCircleLabelList"/>
    <dgm:cxn modelId="{328077B3-077F-47B1-AAB8-F2FA837AA79C}" type="presParOf" srcId="{941AE5DD-23CC-4642-8107-B6AE1432D1B5}" destId="{4191C5B8-0FCC-4CD5-B32A-8F87B7D72690}" srcOrd="2" destOrd="0" presId="urn:microsoft.com/office/officeart/2018/5/layout/IconCircleLabelList"/>
    <dgm:cxn modelId="{68FA5669-580D-4389-B9BD-B79F33B4A4F5}" type="presParOf" srcId="{941AE5DD-23CC-4642-8107-B6AE1432D1B5}" destId="{4422A769-16CA-4560-8144-11EA0FEDAC6F}" srcOrd="3" destOrd="0" presId="urn:microsoft.com/office/officeart/2018/5/layout/IconCircleLabelList"/>
    <dgm:cxn modelId="{4C7A795B-D817-4D9A-94EC-266F37FB8F57}" type="presParOf" srcId="{0C13410C-F45D-4784-817F-88CA3E2BD1B7}" destId="{91E04741-6FE6-4A0D-973C-128691DC87D8}" srcOrd="3" destOrd="0" presId="urn:microsoft.com/office/officeart/2018/5/layout/IconCircleLabelList"/>
    <dgm:cxn modelId="{A8309B29-17CE-4E1D-A548-99D056932DB5}" type="presParOf" srcId="{0C13410C-F45D-4784-817F-88CA3E2BD1B7}" destId="{51A957A5-FEBC-4360-BB95-34DC0BA5279E}" srcOrd="4" destOrd="0" presId="urn:microsoft.com/office/officeart/2018/5/layout/IconCircleLabelList"/>
    <dgm:cxn modelId="{13417E8A-56A3-4A89-9280-59FDC5F2FC95}" type="presParOf" srcId="{51A957A5-FEBC-4360-BB95-34DC0BA5279E}" destId="{FC0FCB25-BBF5-46CB-A5D8-B81F66574D29}" srcOrd="0" destOrd="0" presId="urn:microsoft.com/office/officeart/2018/5/layout/IconCircleLabelList"/>
    <dgm:cxn modelId="{31427850-A26E-4767-974A-FB244DA81BCF}" type="presParOf" srcId="{51A957A5-FEBC-4360-BB95-34DC0BA5279E}" destId="{61032825-569A-4A5E-96C3-7D2D7374E7BB}" srcOrd="1" destOrd="0" presId="urn:microsoft.com/office/officeart/2018/5/layout/IconCircleLabelList"/>
    <dgm:cxn modelId="{6DC4D938-E5E5-4D2E-9A03-81670019E818}" type="presParOf" srcId="{51A957A5-FEBC-4360-BB95-34DC0BA5279E}" destId="{DB89ACF9-377E-499D-BE61-531DBBC769B5}" srcOrd="2" destOrd="0" presId="urn:microsoft.com/office/officeart/2018/5/layout/IconCircleLabelList"/>
    <dgm:cxn modelId="{70596C17-DBEF-4C9F-A7D5-30CF5C5B164D}" type="presParOf" srcId="{51A957A5-FEBC-4360-BB95-34DC0BA5279E}" destId="{E54CC3A0-B889-4125-B0E0-CF0994E8C700}" srcOrd="3" destOrd="0" presId="urn:microsoft.com/office/officeart/2018/5/layout/IconCircleLabelList"/>
    <dgm:cxn modelId="{76423D39-45E3-48B3-9A1B-41B36E074905}" type="presParOf" srcId="{0C13410C-F45D-4784-817F-88CA3E2BD1B7}" destId="{ECD555C5-BDFB-4220-BD01-3F6A23AFE42E}" srcOrd="5" destOrd="0" presId="urn:microsoft.com/office/officeart/2018/5/layout/IconCircleLabelList"/>
    <dgm:cxn modelId="{0BC5DF36-86B1-4C66-AD95-C206FC9F5E4C}" type="presParOf" srcId="{0C13410C-F45D-4784-817F-88CA3E2BD1B7}" destId="{A7122954-7221-4809-9C7B-76FB5E911CB3}" srcOrd="6" destOrd="0" presId="urn:microsoft.com/office/officeart/2018/5/layout/IconCircleLabelList"/>
    <dgm:cxn modelId="{BD5D6543-CB83-48F9-9B15-EA42778A4391}" type="presParOf" srcId="{A7122954-7221-4809-9C7B-76FB5E911CB3}" destId="{86095791-283B-457B-BD04-51AE51A93CBB}" srcOrd="0" destOrd="0" presId="urn:microsoft.com/office/officeart/2018/5/layout/IconCircleLabelList"/>
    <dgm:cxn modelId="{4360A330-46FD-4B57-8CA1-10F0D7BF402E}" type="presParOf" srcId="{A7122954-7221-4809-9C7B-76FB5E911CB3}" destId="{1CC826CA-3161-45CC-9462-0B39EA3ADE89}" srcOrd="1" destOrd="0" presId="urn:microsoft.com/office/officeart/2018/5/layout/IconCircleLabelList"/>
    <dgm:cxn modelId="{2BBA5059-192C-4FDD-AC61-9988A3A7F1B6}" type="presParOf" srcId="{A7122954-7221-4809-9C7B-76FB5E911CB3}" destId="{A67A9277-248A-425B-94AA-8EDB0BF3AEE9}" srcOrd="2" destOrd="0" presId="urn:microsoft.com/office/officeart/2018/5/layout/IconCircleLabelList"/>
    <dgm:cxn modelId="{5964C061-8129-456A-A3FB-418A3320D19E}" type="presParOf" srcId="{A7122954-7221-4809-9C7B-76FB5E911CB3}" destId="{C3CB241C-503A-46BF-A904-10D7711DAB1D}" srcOrd="3" destOrd="0" presId="urn:microsoft.com/office/officeart/2018/5/layout/IconCircleLabelList"/>
    <dgm:cxn modelId="{6871C277-E738-44A9-9867-96AEE179E141}" type="presParOf" srcId="{0C13410C-F45D-4784-817F-88CA3E2BD1B7}" destId="{6616DDCA-94D3-4245-AA64-DAC1F77F4557}" srcOrd="7" destOrd="0" presId="urn:microsoft.com/office/officeart/2018/5/layout/IconCircleLabelList"/>
    <dgm:cxn modelId="{EC027F11-B0E0-4AB8-950F-D534E01FDF7A}" type="presParOf" srcId="{0C13410C-F45D-4784-817F-88CA3E2BD1B7}" destId="{BB2D58C9-A726-45B0-A355-AC89B5F7A490}" srcOrd="8" destOrd="0" presId="urn:microsoft.com/office/officeart/2018/5/layout/IconCircleLabelList"/>
    <dgm:cxn modelId="{EC5E5076-7116-4217-A071-B0573CEC88B3}" type="presParOf" srcId="{BB2D58C9-A726-45B0-A355-AC89B5F7A490}" destId="{B4E63179-A5B1-4DA4-99AA-62A491FFF005}" srcOrd="0" destOrd="0" presId="urn:microsoft.com/office/officeart/2018/5/layout/IconCircleLabelList"/>
    <dgm:cxn modelId="{EF713B42-A760-4A82-AC5D-06C80C631C3D}" type="presParOf" srcId="{BB2D58C9-A726-45B0-A355-AC89B5F7A490}" destId="{9E48950A-22D9-4C52-AB70-EB411F28FFFE}" srcOrd="1" destOrd="0" presId="urn:microsoft.com/office/officeart/2018/5/layout/IconCircleLabelList"/>
    <dgm:cxn modelId="{70F72E54-F24C-4789-9876-29B1D7AEC96C}" type="presParOf" srcId="{BB2D58C9-A726-45B0-A355-AC89B5F7A490}" destId="{60BA7D94-7D34-4E01-9BA5-3790AD75A52C}" srcOrd="2" destOrd="0" presId="urn:microsoft.com/office/officeart/2018/5/layout/IconCircleLabelList"/>
    <dgm:cxn modelId="{713168B0-13BF-43D9-A5E9-EB930F220C95}" type="presParOf" srcId="{BB2D58C9-A726-45B0-A355-AC89B5F7A490}" destId="{6825F377-A891-43E0-A6E6-4D7C6D9695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0642F68-9896-4BE0-8ABF-495458194EA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CA4AC4-6195-4B36-8F23-BBC6FB17A111}">
      <dgm:prSet/>
      <dgm:spPr/>
      <dgm:t>
        <a:bodyPr/>
        <a:lstStyle/>
        <a:p>
          <a:r>
            <a:rPr lang="en-GB" b="0" i="0"/>
            <a:t>All-in-one financial decision tool</a:t>
          </a:r>
          <a:endParaRPr lang="en-US"/>
        </a:p>
      </dgm:t>
    </dgm:pt>
    <dgm:pt modelId="{92C83E2F-D792-4C4F-ABFC-9597897C95B5}" type="parTrans" cxnId="{E0763461-7F32-4F1B-8AF6-68F13EEB6AC1}">
      <dgm:prSet/>
      <dgm:spPr/>
      <dgm:t>
        <a:bodyPr/>
        <a:lstStyle/>
        <a:p>
          <a:endParaRPr lang="en-US"/>
        </a:p>
      </dgm:t>
    </dgm:pt>
    <dgm:pt modelId="{420B083A-9D35-4E23-ABD0-4470BCA22F25}" type="sibTrans" cxnId="{E0763461-7F32-4F1B-8AF6-68F13EEB6AC1}">
      <dgm:prSet/>
      <dgm:spPr/>
      <dgm:t>
        <a:bodyPr/>
        <a:lstStyle/>
        <a:p>
          <a:endParaRPr lang="en-US"/>
        </a:p>
      </dgm:t>
    </dgm:pt>
    <dgm:pt modelId="{45FB2BC2-DAF2-4005-918D-327CBFDDD17E}">
      <dgm:prSet/>
      <dgm:spPr/>
      <dgm:t>
        <a:bodyPr/>
        <a:lstStyle/>
        <a:p>
          <a:r>
            <a:rPr lang="en-GB" b="0" i="0"/>
            <a:t>Helps users:</a:t>
          </a:r>
          <a:endParaRPr lang="en-US"/>
        </a:p>
      </dgm:t>
    </dgm:pt>
    <dgm:pt modelId="{B0B09756-393A-43DD-A001-66D6017BD4DC}" type="parTrans" cxnId="{93B0E034-6B0C-460D-B6B8-FAD80CCC9BD6}">
      <dgm:prSet/>
      <dgm:spPr/>
      <dgm:t>
        <a:bodyPr/>
        <a:lstStyle/>
        <a:p>
          <a:endParaRPr lang="en-US"/>
        </a:p>
      </dgm:t>
    </dgm:pt>
    <dgm:pt modelId="{9EB6563E-1926-4339-93D2-9B4DD8765F51}" type="sibTrans" cxnId="{93B0E034-6B0C-460D-B6B8-FAD80CCC9BD6}">
      <dgm:prSet/>
      <dgm:spPr/>
      <dgm:t>
        <a:bodyPr/>
        <a:lstStyle/>
        <a:p>
          <a:endParaRPr lang="en-US"/>
        </a:p>
      </dgm:t>
    </dgm:pt>
    <dgm:pt modelId="{843D11D4-CC95-4A96-9EEF-E63CABBDC82C}">
      <dgm:prSet/>
      <dgm:spPr/>
      <dgm:t>
        <a:bodyPr/>
        <a:lstStyle/>
        <a:p>
          <a:r>
            <a:rPr lang="en-GB" b="0" i="0"/>
            <a:t>Budget effectively</a:t>
          </a:r>
          <a:endParaRPr lang="en-US"/>
        </a:p>
      </dgm:t>
    </dgm:pt>
    <dgm:pt modelId="{208E0BCC-B401-47A8-B101-E0B75BAFBB4C}" type="parTrans" cxnId="{56797422-7D3A-49A9-8BF0-34AA69B43407}">
      <dgm:prSet/>
      <dgm:spPr/>
      <dgm:t>
        <a:bodyPr/>
        <a:lstStyle/>
        <a:p>
          <a:endParaRPr lang="en-US"/>
        </a:p>
      </dgm:t>
    </dgm:pt>
    <dgm:pt modelId="{6F069736-BA21-4FFE-9C63-E646D8B2651D}" type="sibTrans" cxnId="{56797422-7D3A-49A9-8BF0-34AA69B43407}">
      <dgm:prSet/>
      <dgm:spPr/>
      <dgm:t>
        <a:bodyPr/>
        <a:lstStyle/>
        <a:p>
          <a:endParaRPr lang="en-US"/>
        </a:p>
      </dgm:t>
    </dgm:pt>
    <dgm:pt modelId="{E55EF4F2-77FA-42A1-A70C-8921B5A30878}">
      <dgm:prSet/>
      <dgm:spPr/>
      <dgm:t>
        <a:bodyPr/>
        <a:lstStyle/>
        <a:p>
          <a:r>
            <a:rPr lang="en-GB" b="0" i="0"/>
            <a:t>Buy homes responsibly</a:t>
          </a:r>
          <a:endParaRPr lang="en-US"/>
        </a:p>
      </dgm:t>
    </dgm:pt>
    <dgm:pt modelId="{585CBCD9-AFFB-48BD-BD7A-831F7CC98E67}" type="parTrans" cxnId="{B5D769C9-7290-4D12-A54E-89B40D475D9F}">
      <dgm:prSet/>
      <dgm:spPr/>
      <dgm:t>
        <a:bodyPr/>
        <a:lstStyle/>
        <a:p>
          <a:endParaRPr lang="en-US"/>
        </a:p>
      </dgm:t>
    </dgm:pt>
    <dgm:pt modelId="{D1046179-484B-44C0-89DD-4CD4264BCB7A}" type="sibTrans" cxnId="{B5D769C9-7290-4D12-A54E-89B40D475D9F}">
      <dgm:prSet/>
      <dgm:spPr/>
      <dgm:t>
        <a:bodyPr/>
        <a:lstStyle/>
        <a:p>
          <a:endParaRPr lang="en-US"/>
        </a:p>
      </dgm:t>
    </dgm:pt>
    <dgm:pt modelId="{1573B841-DAF1-4FE1-89B3-0CA12586F2A6}">
      <dgm:prSet/>
      <dgm:spPr/>
      <dgm:t>
        <a:bodyPr/>
        <a:lstStyle/>
        <a:p>
          <a:r>
            <a:rPr lang="en-GB" b="0" i="0"/>
            <a:t>Invest wisely</a:t>
          </a:r>
          <a:endParaRPr lang="en-US"/>
        </a:p>
      </dgm:t>
    </dgm:pt>
    <dgm:pt modelId="{EB4AF909-47C1-4010-B90E-4E479F7058E7}" type="parTrans" cxnId="{DECBE487-09D8-4173-B124-D11AF4836A49}">
      <dgm:prSet/>
      <dgm:spPr/>
      <dgm:t>
        <a:bodyPr/>
        <a:lstStyle/>
        <a:p>
          <a:endParaRPr lang="en-US"/>
        </a:p>
      </dgm:t>
    </dgm:pt>
    <dgm:pt modelId="{A5019856-1486-4362-B8B6-B7B8F533D9B1}" type="sibTrans" cxnId="{DECBE487-09D8-4173-B124-D11AF4836A49}">
      <dgm:prSet/>
      <dgm:spPr/>
      <dgm:t>
        <a:bodyPr/>
        <a:lstStyle/>
        <a:p>
          <a:endParaRPr lang="en-US"/>
        </a:p>
      </dgm:t>
    </dgm:pt>
    <dgm:pt modelId="{9ABA417F-ACE9-47EB-80F8-FE45885450CC}">
      <dgm:prSet/>
      <dgm:spPr/>
      <dgm:t>
        <a:bodyPr/>
        <a:lstStyle/>
        <a:p>
          <a:r>
            <a:rPr lang="en-GB" b="0" i="0"/>
            <a:t>Combines real-world financial logic with usability</a:t>
          </a:r>
          <a:endParaRPr lang="en-US"/>
        </a:p>
      </dgm:t>
    </dgm:pt>
    <dgm:pt modelId="{DE713D08-BDBB-449B-9B36-33B42E19D77B}" type="parTrans" cxnId="{35A27CA1-D181-4750-80F2-BF174136FEB3}">
      <dgm:prSet/>
      <dgm:spPr/>
      <dgm:t>
        <a:bodyPr/>
        <a:lstStyle/>
        <a:p>
          <a:endParaRPr lang="en-US"/>
        </a:p>
      </dgm:t>
    </dgm:pt>
    <dgm:pt modelId="{F200068F-3DF3-475A-9E06-BDEBAA2A4483}" type="sibTrans" cxnId="{35A27CA1-D181-4750-80F2-BF174136FEB3}">
      <dgm:prSet/>
      <dgm:spPr/>
      <dgm:t>
        <a:bodyPr/>
        <a:lstStyle/>
        <a:p>
          <a:endParaRPr lang="en-US"/>
        </a:p>
      </dgm:t>
    </dgm:pt>
    <dgm:pt modelId="{CC31D4A3-FF5B-7A4D-9677-44B6EE817899}" type="pres">
      <dgm:prSet presAssocID="{00642F68-9896-4BE0-8ABF-495458194EA2}" presName="linear" presStyleCnt="0">
        <dgm:presLayoutVars>
          <dgm:animLvl val="lvl"/>
          <dgm:resizeHandles val="exact"/>
        </dgm:presLayoutVars>
      </dgm:prSet>
      <dgm:spPr/>
    </dgm:pt>
    <dgm:pt modelId="{705DA989-DBF5-C241-8C78-948B2E5511E5}" type="pres">
      <dgm:prSet presAssocID="{22CA4AC4-6195-4B36-8F23-BBC6FB17A11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BEC431E-8734-B14C-BAD4-F950D184175D}" type="pres">
      <dgm:prSet presAssocID="{420B083A-9D35-4E23-ABD0-4470BCA22F25}" presName="spacer" presStyleCnt="0"/>
      <dgm:spPr/>
    </dgm:pt>
    <dgm:pt modelId="{28832A95-14C0-E145-BE17-F6C9CC4FE53E}" type="pres">
      <dgm:prSet presAssocID="{45FB2BC2-DAF2-4005-918D-327CBFDDD17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EE9349A-F7D3-6B40-956B-B733FC259234}" type="pres">
      <dgm:prSet presAssocID="{45FB2BC2-DAF2-4005-918D-327CBFDDD17E}" presName="childText" presStyleLbl="revTx" presStyleIdx="0" presStyleCnt="1">
        <dgm:presLayoutVars>
          <dgm:bulletEnabled val="1"/>
        </dgm:presLayoutVars>
      </dgm:prSet>
      <dgm:spPr/>
    </dgm:pt>
    <dgm:pt modelId="{F933429A-9444-A045-B13B-9FEB50846FBE}" type="pres">
      <dgm:prSet presAssocID="{9ABA417F-ACE9-47EB-80F8-FE45885450C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0872308-A0D1-F24D-B4AF-A88D96D139B5}" type="presOf" srcId="{45FB2BC2-DAF2-4005-918D-327CBFDDD17E}" destId="{28832A95-14C0-E145-BE17-F6C9CC4FE53E}" srcOrd="0" destOrd="0" presId="urn:microsoft.com/office/officeart/2005/8/layout/vList2"/>
    <dgm:cxn modelId="{EA3B5415-FFC1-724F-9541-8EF151C535D5}" type="presOf" srcId="{1573B841-DAF1-4FE1-89B3-0CA12586F2A6}" destId="{1EE9349A-F7D3-6B40-956B-B733FC259234}" srcOrd="0" destOrd="2" presId="urn:microsoft.com/office/officeart/2005/8/layout/vList2"/>
    <dgm:cxn modelId="{56797422-7D3A-49A9-8BF0-34AA69B43407}" srcId="{45FB2BC2-DAF2-4005-918D-327CBFDDD17E}" destId="{843D11D4-CC95-4A96-9EEF-E63CABBDC82C}" srcOrd="0" destOrd="0" parTransId="{208E0BCC-B401-47A8-B101-E0B75BAFBB4C}" sibTransId="{6F069736-BA21-4FFE-9C63-E646D8B2651D}"/>
    <dgm:cxn modelId="{93B0E034-6B0C-460D-B6B8-FAD80CCC9BD6}" srcId="{00642F68-9896-4BE0-8ABF-495458194EA2}" destId="{45FB2BC2-DAF2-4005-918D-327CBFDDD17E}" srcOrd="1" destOrd="0" parTransId="{B0B09756-393A-43DD-A001-66D6017BD4DC}" sibTransId="{9EB6563E-1926-4339-93D2-9B4DD8765F51}"/>
    <dgm:cxn modelId="{E1DC1D43-4105-064E-89DB-41FE9E5BD32C}" type="presOf" srcId="{00642F68-9896-4BE0-8ABF-495458194EA2}" destId="{CC31D4A3-FF5B-7A4D-9677-44B6EE817899}" srcOrd="0" destOrd="0" presId="urn:microsoft.com/office/officeart/2005/8/layout/vList2"/>
    <dgm:cxn modelId="{E0763461-7F32-4F1B-8AF6-68F13EEB6AC1}" srcId="{00642F68-9896-4BE0-8ABF-495458194EA2}" destId="{22CA4AC4-6195-4B36-8F23-BBC6FB17A111}" srcOrd="0" destOrd="0" parTransId="{92C83E2F-D792-4C4F-ABFC-9597897C95B5}" sibTransId="{420B083A-9D35-4E23-ABD0-4470BCA22F25}"/>
    <dgm:cxn modelId="{D5480A66-FCA0-E847-9ACE-6DE7C429D599}" type="presOf" srcId="{E55EF4F2-77FA-42A1-A70C-8921B5A30878}" destId="{1EE9349A-F7D3-6B40-956B-B733FC259234}" srcOrd="0" destOrd="1" presId="urn:microsoft.com/office/officeart/2005/8/layout/vList2"/>
    <dgm:cxn modelId="{DECBE487-09D8-4173-B124-D11AF4836A49}" srcId="{45FB2BC2-DAF2-4005-918D-327CBFDDD17E}" destId="{1573B841-DAF1-4FE1-89B3-0CA12586F2A6}" srcOrd="2" destOrd="0" parTransId="{EB4AF909-47C1-4010-B90E-4E479F7058E7}" sibTransId="{A5019856-1486-4362-B8B6-B7B8F533D9B1}"/>
    <dgm:cxn modelId="{35A27CA1-D181-4750-80F2-BF174136FEB3}" srcId="{00642F68-9896-4BE0-8ABF-495458194EA2}" destId="{9ABA417F-ACE9-47EB-80F8-FE45885450CC}" srcOrd="2" destOrd="0" parTransId="{DE713D08-BDBB-449B-9B36-33B42E19D77B}" sibTransId="{F200068F-3DF3-475A-9E06-BDEBAA2A4483}"/>
    <dgm:cxn modelId="{B5D769C9-7290-4D12-A54E-89B40D475D9F}" srcId="{45FB2BC2-DAF2-4005-918D-327CBFDDD17E}" destId="{E55EF4F2-77FA-42A1-A70C-8921B5A30878}" srcOrd="1" destOrd="0" parTransId="{585CBCD9-AFFB-48BD-BD7A-831F7CC98E67}" sibTransId="{D1046179-484B-44C0-89DD-4CD4264BCB7A}"/>
    <dgm:cxn modelId="{1E3F7ADE-F122-4844-86B4-9A9E4A02B546}" type="presOf" srcId="{22CA4AC4-6195-4B36-8F23-BBC6FB17A111}" destId="{705DA989-DBF5-C241-8C78-948B2E5511E5}" srcOrd="0" destOrd="0" presId="urn:microsoft.com/office/officeart/2005/8/layout/vList2"/>
    <dgm:cxn modelId="{0ED585E1-3BC1-184D-A893-D2F8848BC619}" type="presOf" srcId="{843D11D4-CC95-4A96-9EEF-E63CABBDC82C}" destId="{1EE9349A-F7D3-6B40-956B-B733FC259234}" srcOrd="0" destOrd="0" presId="urn:microsoft.com/office/officeart/2005/8/layout/vList2"/>
    <dgm:cxn modelId="{7E8947F2-08B0-B344-B2D8-E21E9C3097B7}" type="presOf" srcId="{9ABA417F-ACE9-47EB-80F8-FE45885450CC}" destId="{F933429A-9444-A045-B13B-9FEB50846FBE}" srcOrd="0" destOrd="0" presId="urn:microsoft.com/office/officeart/2005/8/layout/vList2"/>
    <dgm:cxn modelId="{E2EB3A7F-5D7A-4B48-B37B-739B968CF946}" type="presParOf" srcId="{CC31D4A3-FF5B-7A4D-9677-44B6EE817899}" destId="{705DA989-DBF5-C241-8C78-948B2E5511E5}" srcOrd="0" destOrd="0" presId="urn:microsoft.com/office/officeart/2005/8/layout/vList2"/>
    <dgm:cxn modelId="{8EAFECEC-85E6-244F-AF98-5DB964B7AF80}" type="presParOf" srcId="{CC31D4A3-FF5B-7A4D-9677-44B6EE817899}" destId="{1BEC431E-8734-B14C-BAD4-F950D184175D}" srcOrd="1" destOrd="0" presId="urn:microsoft.com/office/officeart/2005/8/layout/vList2"/>
    <dgm:cxn modelId="{3F48F5DA-5ED7-AE49-AF06-EC44B1F77938}" type="presParOf" srcId="{CC31D4A3-FF5B-7A4D-9677-44B6EE817899}" destId="{28832A95-14C0-E145-BE17-F6C9CC4FE53E}" srcOrd="2" destOrd="0" presId="urn:microsoft.com/office/officeart/2005/8/layout/vList2"/>
    <dgm:cxn modelId="{AFD16A6D-4A68-AC44-AB7E-92F7A3D74FFD}" type="presParOf" srcId="{CC31D4A3-FF5B-7A4D-9677-44B6EE817899}" destId="{1EE9349A-F7D3-6B40-956B-B733FC259234}" srcOrd="3" destOrd="0" presId="urn:microsoft.com/office/officeart/2005/8/layout/vList2"/>
    <dgm:cxn modelId="{218C1316-3B7D-2042-B8C9-03379475532D}" type="presParOf" srcId="{CC31D4A3-FF5B-7A4D-9677-44B6EE817899}" destId="{F933429A-9444-A045-B13B-9FEB50846FB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B36EBC-3AA3-4522-91FE-6B4BD028F6C9}">
      <dsp:nvSpPr>
        <dsp:cNvPr id="0" name=""/>
        <dsp:cNvSpPr/>
      </dsp:nvSpPr>
      <dsp:spPr>
        <a:xfrm>
          <a:off x="0" y="533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6DAE09-54C1-4928-A54F-BFE26CF6BC2F}">
      <dsp:nvSpPr>
        <dsp:cNvPr id="0" name=""/>
        <dsp:cNvSpPr/>
      </dsp:nvSpPr>
      <dsp:spPr>
        <a:xfrm>
          <a:off x="377771" y="281520"/>
          <a:ext cx="686856" cy="6868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20730-0D26-46ED-B7D7-665E556B4746}">
      <dsp:nvSpPr>
        <dsp:cNvPr id="0" name=""/>
        <dsp:cNvSpPr/>
      </dsp:nvSpPr>
      <dsp:spPr>
        <a:xfrm>
          <a:off x="1442398" y="533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i="0" kern="1200"/>
            <a:t>Budgeting • Mortgage • Investment • Financial Health</a:t>
          </a:r>
          <a:endParaRPr lang="en-US" sz="2300" kern="1200"/>
        </a:p>
      </dsp:txBody>
      <dsp:txXfrm>
        <a:off x="1442398" y="533"/>
        <a:ext cx="5286506" cy="1248830"/>
      </dsp:txXfrm>
    </dsp:sp>
    <dsp:sp modelId="{45952BED-D881-4C29-B8AE-62548127171A}">
      <dsp:nvSpPr>
        <dsp:cNvPr id="0" name=""/>
        <dsp:cNvSpPr/>
      </dsp:nvSpPr>
      <dsp:spPr>
        <a:xfrm>
          <a:off x="0" y="1561571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C6037-AD09-4F8C-8157-2B7F83A85F94}">
      <dsp:nvSpPr>
        <dsp:cNvPr id="0" name=""/>
        <dsp:cNvSpPr/>
      </dsp:nvSpPr>
      <dsp:spPr>
        <a:xfrm>
          <a:off x="377771" y="1842558"/>
          <a:ext cx="686856" cy="6868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1B140-5164-4F2A-ACA0-B9D1724FC5F2}">
      <dsp:nvSpPr>
        <dsp:cNvPr id="0" name=""/>
        <dsp:cNvSpPr/>
      </dsp:nvSpPr>
      <dsp:spPr>
        <a:xfrm>
          <a:off x="1442398" y="1561571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i="0" kern="1200"/>
            <a:t>Team Members: </a:t>
          </a:r>
          <a:r>
            <a:rPr lang="en-US" sz="2300" b="0" i="0" kern="1200"/>
            <a:t>Zuzanna Whitman, Leo Nelson, Trevor DeVries, Eric Johnson</a:t>
          </a:r>
          <a:endParaRPr lang="en-US" sz="2300" kern="1200"/>
        </a:p>
      </dsp:txBody>
      <dsp:txXfrm>
        <a:off x="1442398" y="1561571"/>
        <a:ext cx="5286506" cy="1248830"/>
      </dsp:txXfrm>
    </dsp:sp>
    <dsp:sp modelId="{D4A42A04-9EDD-4B79-9A4E-DDD8FB3A7D35}">
      <dsp:nvSpPr>
        <dsp:cNvPr id="0" name=""/>
        <dsp:cNvSpPr/>
      </dsp:nvSpPr>
      <dsp:spPr>
        <a:xfrm>
          <a:off x="0" y="3122609"/>
          <a:ext cx="6728905" cy="12488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67081-AF1F-4E52-9012-A7EEC16555AF}">
      <dsp:nvSpPr>
        <dsp:cNvPr id="0" name=""/>
        <dsp:cNvSpPr/>
      </dsp:nvSpPr>
      <dsp:spPr>
        <a:xfrm>
          <a:off x="377771" y="3403595"/>
          <a:ext cx="686856" cy="6868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F7975-FB5C-40F2-B06F-4E380ACD3F19}">
      <dsp:nvSpPr>
        <dsp:cNvPr id="0" name=""/>
        <dsp:cNvSpPr/>
      </dsp:nvSpPr>
      <dsp:spPr>
        <a:xfrm>
          <a:off x="1442398" y="3122609"/>
          <a:ext cx="5286506" cy="124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168" tIns="132168" rIns="132168" bIns="13216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0" i="0" kern="1200"/>
            <a:t>Technologies: Python, Flask, HTML, APIs</a:t>
          </a:r>
          <a:endParaRPr lang="en-US" sz="2300" kern="1200"/>
        </a:p>
      </dsp:txBody>
      <dsp:txXfrm>
        <a:off x="1442398" y="3122609"/>
        <a:ext cx="5286506" cy="12488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01F3E-81C4-4860-9073-59B2F49FA106}">
      <dsp:nvSpPr>
        <dsp:cNvPr id="0" name=""/>
        <dsp:cNvSpPr/>
      </dsp:nvSpPr>
      <dsp:spPr>
        <a:xfrm>
          <a:off x="0" y="1945"/>
          <a:ext cx="8267296" cy="9099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24CF9-D058-4DC3-BC27-93D030C49D31}">
      <dsp:nvSpPr>
        <dsp:cNvPr id="0" name=""/>
        <dsp:cNvSpPr/>
      </dsp:nvSpPr>
      <dsp:spPr>
        <a:xfrm>
          <a:off x="275248" y="206676"/>
          <a:ext cx="500451" cy="5004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2C8AD-AC6A-46EC-B719-AD1F62D8BD8A}">
      <dsp:nvSpPr>
        <dsp:cNvPr id="0" name=""/>
        <dsp:cNvSpPr/>
      </dsp:nvSpPr>
      <dsp:spPr>
        <a:xfrm>
          <a:off x="1050949" y="1945"/>
          <a:ext cx="7215319" cy="90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299" tIns="96299" rIns="96299" bIns="962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/>
            <a:t>One centralized financial web application</a:t>
          </a:r>
          <a:endParaRPr lang="en-US" sz="2500" kern="1200"/>
        </a:p>
      </dsp:txBody>
      <dsp:txXfrm>
        <a:off x="1050949" y="1945"/>
        <a:ext cx="7215319" cy="909912"/>
      </dsp:txXfrm>
    </dsp:sp>
    <dsp:sp modelId="{C139AD20-2529-43DF-BE12-C40AEA0B2EA5}">
      <dsp:nvSpPr>
        <dsp:cNvPr id="0" name=""/>
        <dsp:cNvSpPr/>
      </dsp:nvSpPr>
      <dsp:spPr>
        <a:xfrm>
          <a:off x="0" y="1139336"/>
          <a:ext cx="8267296" cy="9099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FF466-69A2-405A-B3FA-36E01CF50288}">
      <dsp:nvSpPr>
        <dsp:cNvPr id="0" name=""/>
        <dsp:cNvSpPr/>
      </dsp:nvSpPr>
      <dsp:spPr>
        <a:xfrm>
          <a:off x="275248" y="1344067"/>
          <a:ext cx="500451" cy="5004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E11619-DC8D-4AF8-B2D3-36FDB229C3D3}">
      <dsp:nvSpPr>
        <dsp:cNvPr id="0" name=""/>
        <dsp:cNvSpPr/>
      </dsp:nvSpPr>
      <dsp:spPr>
        <a:xfrm>
          <a:off x="1050949" y="1139336"/>
          <a:ext cx="3720283" cy="90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299" tIns="96299" rIns="96299" bIns="962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/>
            <a:t>Provides:</a:t>
          </a:r>
          <a:endParaRPr lang="en-US" sz="2500" kern="1200"/>
        </a:p>
      </dsp:txBody>
      <dsp:txXfrm>
        <a:off x="1050949" y="1139336"/>
        <a:ext cx="3720283" cy="909912"/>
      </dsp:txXfrm>
    </dsp:sp>
    <dsp:sp modelId="{46EB951D-ACE2-4F7F-86E5-B9E1150DC365}">
      <dsp:nvSpPr>
        <dsp:cNvPr id="0" name=""/>
        <dsp:cNvSpPr/>
      </dsp:nvSpPr>
      <dsp:spPr>
        <a:xfrm>
          <a:off x="4771232" y="1139336"/>
          <a:ext cx="3495036" cy="90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299" tIns="96299" rIns="96299" bIns="96299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Budget analysis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Mortgage affordability estimation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Investment decision support</a:t>
          </a:r>
          <a:endParaRPr lang="en-US" sz="1100" kern="1200"/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i="0" kern="1200"/>
            <a:t>Financial health scoring</a:t>
          </a:r>
          <a:endParaRPr lang="en-US" sz="1100" kern="1200"/>
        </a:p>
      </dsp:txBody>
      <dsp:txXfrm>
        <a:off x="4771232" y="1139336"/>
        <a:ext cx="3495036" cy="909912"/>
      </dsp:txXfrm>
    </dsp:sp>
    <dsp:sp modelId="{5FCC26D6-8804-4DAA-8EF4-5BE0E56FDE11}">
      <dsp:nvSpPr>
        <dsp:cNvPr id="0" name=""/>
        <dsp:cNvSpPr/>
      </dsp:nvSpPr>
      <dsp:spPr>
        <a:xfrm>
          <a:off x="0" y="2276727"/>
          <a:ext cx="8267296" cy="90991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C2FB6-0C3A-4D1B-8240-4A65E0923A8A}">
      <dsp:nvSpPr>
        <dsp:cNvPr id="0" name=""/>
        <dsp:cNvSpPr/>
      </dsp:nvSpPr>
      <dsp:spPr>
        <a:xfrm>
          <a:off x="275248" y="2481457"/>
          <a:ext cx="500451" cy="5004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12B2C-6FCB-4E97-B27B-A6F35D678659}">
      <dsp:nvSpPr>
        <dsp:cNvPr id="0" name=""/>
        <dsp:cNvSpPr/>
      </dsp:nvSpPr>
      <dsp:spPr>
        <a:xfrm>
          <a:off x="1050949" y="2276727"/>
          <a:ext cx="7215319" cy="909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299" tIns="96299" rIns="96299" bIns="9629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0" i="0" kern="1200"/>
            <a:t>Simple, user-friendly interface</a:t>
          </a:r>
          <a:endParaRPr lang="en-US" sz="2500" kern="1200"/>
        </a:p>
      </dsp:txBody>
      <dsp:txXfrm>
        <a:off x="1050949" y="2276727"/>
        <a:ext cx="7215319" cy="9099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62B8C-4271-4925-A888-A42E3B80B8FF}">
      <dsp:nvSpPr>
        <dsp:cNvPr id="0" name=""/>
        <dsp:cNvSpPr/>
      </dsp:nvSpPr>
      <dsp:spPr>
        <a:xfrm>
          <a:off x="770050" y="314810"/>
          <a:ext cx="823117" cy="823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2EE43-D4C9-4CCE-A77B-70F582C4EFFF}">
      <dsp:nvSpPr>
        <dsp:cNvPr id="0" name=""/>
        <dsp:cNvSpPr/>
      </dsp:nvSpPr>
      <dsp:spPr>
        <a:xfrm>
          <a:off x="5726" y="1247925"/>
          <a:ext cx="2351763" cy="3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0" i="0" kern="1200"/>
            <a:t>Frontend:</a:t>
          </a:r>
          <a:endParaRPr lang="en-US" sz="2500" kern="1200"/>
        </a:p>
      </dsp:txBody>
      <dsp:txXfrm>
        <a:off x="5726" y="1247925"/>
        <a:ext cx="2351763" cy="352764"/>
      </dsp:txXfrm>
    </dsp:sp>
    <dsp:sp modelId="{400607B9-0700-42D3-B1D0-8B4F67D265A0}">
      <dsp:nvSpPr>
        <dsp:cNvPr id="0" name=""/>
        <dsp:cNvSpPr/>
      </dsp:nvSpPr>
      <dsp:spPr>
        <a:xfrm>
          <a:off x="5726" y="1651851"/>
          <a:ext cx="2351763" cy="1221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HTML user interface</a:t>
          </a:r>
          <a:endParaRPr lang="en-US" sz="1700" kern="1200"/>
        </a:p>
      </dsp:txBody>
      <dsp:txXfrm>
        <a:off x="5726" y="1651851"/>
        <a:ext cx="2351763" cy="1221037"/>
      </dsp:txXfrm>
    </dsp:sp>
    <dsp:sp modelId="{8E2C53A7-AC4C-4C49-BF25-20DA508F3F09}">
      <dsp:nvSpPr>
        <dsp:cNvPr id="0" name=""/>
        <dsp:cNvSpPr/>
      </dsp:nvSpPr>
      <dsp:spPr>
        <a:xfrm>
          <a:off x="3533372" y="314810"/>
          <a:ext cx="823117" cy="823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7995E-3F1B-4735-915B-A0D8909C8993}">
      <dsp:nvSpPr>
        <dsp:cNvPr id="0" name=""/>
        <dsp:cNvSpPr/>
      </dsp:nvSpPr>
      <dsp:spPr>
        <a:xfrm>
          <a:off x="2769049" y="1247925"/>
          <a:ext cx="2351763" cy="3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0" i="0" kern="1200"/>
            <a:t>Backend:</a:t>
          </a:r>
          <a:endParaRPr lang="en-US" sz="2500" kern="1200"/>
        </a:p>
      </dsp:txBody>
      <dsp:txXfrm>
        <a:off x="2769049" y="1247925"/>
        <a:ext cx="2351763" cy="352764"/>
      </dsp:txXfrm>
    </dsp:sp>
    <dsp:sp modelId="{1E5026E3-2650-41ED-85E8-550275D9D940}">
      <dsp:nvSpPr>
        <dsp:cNvPr id="0" name=""/>
        <dsp:cNvSpPr/>
      </dsp:nvSpPr>
      <dsp:spPr>
        <a:xfrm>
          <a:off x="2769049" y="1651851"/>
          <a:ext cx="2351763" cy="1221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Flask (Python)</a:t>
          </a:r>
          <a:endParaRPr lang="en-US" sz="1700" kern="1200"/>
        </a:p>
      </dsp:txBody>
      <dsp:txXfrm>
        <a:off x="2769049" y="1651851"/>
        <a:ext cx="2351763" cy="1221037"/>
      </dsp:txXfrm>
    </dsp:sp>
    <dsp:sp modelId="{DA066211-4D60-496B-B05F-86441AF1610A}">
      <dsp:nvSpPr>
        <dsp:cNvPr id="0" name=""/>
        <dsp:cNvSpPr/>
      </dsp:nvSpPr>
      <dsp:spPr>
        <a:xfrm>
          <a:off x="6296694" y="314810"/>
          <a:ext cx="823117" cy="8231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941C3-3D67-44F8-8E49-D06EFB37C417}">
      <dsp:nvSpPr>
        <dsp:cNvPr id="0" name=""/>
        <dsp:cNvSpPr/>
      </dsp:nvSpPr>
      <dsp:spPr>
        <a:xfrm>
          <a:off x="5532371" y="1247925"/>
          <a:ext cx="2351763" cy="3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0" i="0" kern="1200"/>
            <a:t>Modules:</a:t>
          </a:r>
          <a:endParaRPr lang="en-US" sz="2500" kern="1200"/>
        </a:p>
      </dsp:txBody>
      <dsp:txXfrm>
        <a:off x="5532371" y="1247925"/>
        <a:ext cx="2351763" cy="352764"/>
      </dsp:txXfrm>
    </dsp:sp>
    <dsp:sp modelId="{B780BE81-808A-4D8B-A08F-812BEAECAE7C}">
      <dsp:nvSpPr>
        <dsp:cNvPr id="0" name=""/>
        <dsp:cNvSpPr/>
      </dsp:nvSpPr>
      <dsp:spPr>
        <a:xfrm>
          <a:off x="5532371" y="1651851"/>
          <a:ext cx="2351763" cy="1221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Budget logic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Mortgage calculations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Investment engine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Score system</a:t>
          </a:r>
          <a:endParaRPr lang="en-US" sz="1700" kern="1200"/>
        </a:p>
      </dsp:txBody>
      <dsp:txXfrm>
        <a:off x="5532371" y="1651851"/>
        <a:ext cx="2351763" cy="1221037"/>
      </dsp:txXfrm>
    </dsp:sp>
    <dsp:sp modelId="{2A12CC32-B35C-4F0D-A46D-1536C7F3D124}">
      <dsp:nvSpPr>
        <dsp:cNvPr id="0" name=""/>
        <dsp:cNvSpPr/>
      </dsp:nvSpPr>
      <dsp:spPr>
        <a:xfrm>
          <a:off x="9060016" y="314810"/>
          <a:ext cx="823117" cy="8231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B04DB-724B-4D94-B059-765E29DF13AD}">
      <dsp:nvSpPr>
        <dsp:cNvPr id="0" name=""/>
        <dsp:cNvSpPr/>
      </dsp:nvSpPr>
      <dsp:spPr>
        <a:xfrm>
          <a:off x="8295693" y="1247925"/>
          <a:ext cx="2351763" cy="352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500" b="0" i="0" kern="1200"/>
            <a:t>Data flow:</a:t>
          </a:r>
          <a:endParaRPr lang="en-US" sz="2500" kern="1200"/>
        </a:p>
      </dsp:txBody>
      <dsp:txXfrm>
        <a:off x="8295693" y="1247925"/>
        <a:ext cx="2351763" cy="352764"/>
      </dsp:txXfrm>
    </dsp:sp>
    <dsp:sp modelId="{DEF204A0-5539-4A23-B0AD-97AE7F0D362E}">
      <dsp:nvSpPr>
        <dsp:cNvPr id="0" name=""/>
        <dsp:cNvSpPr/>
      </dsp:nvSpPr>
      <dsp:spPr>
        <a:xfrm>
          <a:off x="8295693" y="1651851"/>
          <a:ext cx="2351763" cy="1221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User input → Flask → Python logic → Results displayed</a:t>
          </a:r>
          <a:endParaRPr lang="en-US" sz="1700" kern="1200"/>
        </a:p>
      </dsp:txBody>
      <dsp:txXfrm>
        <a:off x="8295693" y="1651851"/>
        <a:ext cx="2351763" cy="12210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C2A1E-C453-9640-9E74-43BA46EC703A}">
      <dsp:nvSpPr>
        <dsp:cNvPr id="0" name=""/>
        <dsp:cNvSpPr/>
      </dsp:nvSpPr>
      <dsp:spPr>
        <a:xfrm>
          <a:off x="6389049" y="1214818"/>
          <a:ext cx="2337406" cy="5561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031"/>
              </a:lnTo>
              <a:lnTo>
                <a:pt x="2337406" y="379031"/>
              </a:lnTo>
              <a:lnTo>
                <a:pt x="2337406" y="5561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BD0F7E-AAFD-FD46-B90E-AF055C2AB3B0}">
      <dsp:nvSpPr>
        <dsp:cNvPr id="0" name=""/>
        <dsp:cNvSpPr/>
      </dsp:nvSpPr>
      <dsp:spPr>
        <a:xfrm>
          <a:off x="6343329" y="1214818"/>
          <a:ext cx="91440" cy="55619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561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65A879-FE9E-0248-AD75-819DA3ECECF7}">
      <dsp:nvSpPr>
        <dsp:cNvPr id="0" name=""/>
        <dsp:cNvSpPr/>
      </dsp:nvSpPr>
      <dsp:spPr>
        <a:xfrm>
          <a:off x="4051643" y="1214818"/>
          <a:ext cx="2337406" cy="556196"/>
        </a:xfrm>
        <a:custGeom>
          <a:avLst/>
          <a:gdLst/>
          <a:ahLst/>
          <a:cxnLst/>
          <a:rect l="0" t="0" r="0" b="0"/>
          <a:pathLst>
            <a:path>
              <a:moveTo>
                <a:pt x="2337406" y="0"/>
              </a:moveTo>
              <a:lnTo>
                <a:pt x="2337406" y="379031"/>
              </a:lnTo>
              <a:lnTo>
                <a:pt x="0" y="379031"/>
              </a:lnTo>
              <a:lnTo>
                <a:pt x="0" y="5561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4D4306-675C-AC47-80E3-1936ADFF0CC1}">
      <dsp:nvSpPr>
        <dsp:cNvPr id="0" name=""/>
        <dsp:cNvSpPr/>
      </dsp:nvSpPr>
      <dsp:spPr>
        <a:xfrm>
          <a:off x="758025" y="429"/>
          <a:ext cx="1912423" cy="1214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4B5A1-65E9-5041-A5ED-C286597C2F76}">
      <dsp:nvSpPr>
        <dsp:cNvPr id="0" name=""/>
        <dsp:cNvSpPr/>
      </dsp:nvSpPr>
      <dsp:spPr>
        <a:xfrm>
          <a:off x="970516" y="202296"/>
          <a:ext cx="1912423" cy="12143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Wants = remaining income after needs and savings</a:t>
          </a:r>
          <a:endParaRPr lang="en-US" sz="1700" kern="1200"/>
        </a:p>
      </dsp:txBody>
      <dsp:txXfrm>
        <a:off x="1006084" y="237864"/>
        <a:ext cx="1841287" cy="1143252"/>
      </dsp:txXfrm>
    </dsp:sp>
    <dsp:sp modelId="{B7D2ED03-0C7D-5043-8B10-7E596875A929}">
      <dsp:nvSpPr>
        <dsp:cNvPr id="0" name=""/>
        <dsp:cNvSpPr/>
      </dsp:nvSpPr>
      <dsp:spPr>
        <a:xfrm>
          <a:off x="3095431" y="429"/>
          <a:ext cx="1912423" cy="1214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FC435-4587-9E43-BF57-47926DBD3B77}">
      <dsp:nvSpPr>
        <dsp:cNvPr id="0" name=""/>
        <dsp:cNvSpPr/>
      </dsp:nvSpPr>
      <dsp:spPr>
        <a:xfrm>
          <a:off x="3307922" y="202296"/>
          <a:ext cx="1912423" cy="12143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Automatically adjusts spending limits</a:t>
          </a:r>
          <a:endParaRPr lang="en-US" sz="1700" kern="1200"/>
        </a:p>
      </dsp:txBody>
      <dsp:txXfrm>
        <a:off x="3343490" y="237864"/>
        <a:ext cx="1841287" cy="1143252"/>
      </dsp:txXfrm>
    </dsp:sp>
    <dsp:sp modelId="{AF968E6F-EE9A-0449-A8CF-474BC5AF59F1}">
      <dsp:nvSpPr>
        <dsp:cNvPr id="0" name=""/>
        <dsp:cNvSpPr/>
      </dsp:nvSpPr>
      <dsp:spPr>
        <a:xfrm>
          <a:off x="5432837" y="429"/>
          <a:ext cx="1912423" cy="1214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04DC5D-A805-6349-B6E9-03634D93D046}">
      <dsp:nvSpPr>
        <dsp:cNvPr id="0" name=""/>
        <dsp:cNvSpPr/>
      </dsp:nvSpPr>
      <dsp:spPr>
        <a:xfrm>
          <a:off x="5645329" y="202296"/>
          <a:ext cx="1912423" cy="12143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Alerts user if:</a:t>
          </a:r>
          <a:endParaRPr lang="en-US" sz="1700" kern="1200"/>
        </a:p>
      </dsp:txBody>
      <dsp:txXfrm>
        <a:off x="5680897" y="237864"/>
        <a:ext cx="1841287" cy="1143252"/>
      </dsp:txXfrm>
    </dsp:sp>
    <dsp:sp modelId="{91C9F68E-7B60-0C4E-834E-A6EE1FD5B893}">
      <dsp:nvSpPr>
        <dsp:cNvPr id="0" name=""/>
        <dsp:cNvSpPr/>
      </dsp:nvSpPr>
      <dsp:spPr>
        <a:xfrm>
          <a:off x="3095431" y="1771014"/>
          <a:ext cx="1912423" cy="1214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F8E39-4ADB-D54C-A127-2B7DC406832F}">
      <dsp:nvSpPr>
        <dsp:cNvPr id="0" name=""/>
        <dsp:cNvSpPr/>
      </dsp:nvSpPr>
      <dsp:spPr>
        <a:xfrm>
          <a:off x="3307922" y="1972881"/>
          <a:ext cx="1912423" cy="12143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Overspending occurs</a:t>
          </a:r>
          <a:endParaRPr lang="en-US" sz="1700" kern="1200"/>
        </a:p>
      </dsp:txBody>
      <dsp:txXfrm>
        <a:off x="3343490" y="2008449"/>
        <a:ext cx="1841287" cy="1143252"/>
      </dsp:txXfrm>
    </dsp:sp>
    <dsp:sp modelId="{C2DCFDBA-8D00-3741-BD20-815691AD1267}">
      <dsp:nvSpPr>
        <dsp:cNvPr id="0" name=""/>
        <dsp:cNvSpPr/>
      </dsp:nvSpPr>
      <dsp:spPr>
        <a:xfrm>
          <a:off x="5432837" y="1771014"/>
          <a:ext cx="1912423" cy="1214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916D51-0DD3-154E-9CF1-267BB23F8A0E}">
      <dsp:nvSpPr>
        <dsp:cNvPr id="0" name=""/>
        <dsp:cNvSpPr/>
      </dsp:nvSpPr>
      <dsp:spPr>
        <a:xfrm>
          <a:off x="5645329" y="1972881"/>
          <a:ext cx="1912423" cy="12143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No savings detected</a:t>
          </a:r>
          <a:endParaRPr lang="en-US" sz="1700" kern="1200"/>
        </a:p>
      </dsp:txBody>
      <dsp:txXfrm>
        <a:off x="5680897" y="2008449"/>
        <a:ext cx="1841287" cy="1143252"/>
      </dsp:txXfrm>
    </dsp:sp>
    <dsp:sp modelId="{53B82971-93BB-AE46-A1A2-E8BFDF9E1DCE}">
      <dsp:nvSpPr>
        <dsp:cNvPr id="0" name=""/>
        <dsp:cNvSpPr/>
      </dsp:nvSpPr>
      <dsp:spPr>
        <a:xfrm>
          <a:off x="7770244" y="1771014"/>
          <a:ext cx="1912423" cy="1214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2F7BD-3E66-7341-99C0-8886D97F072A}">
      <dsp:nvSpPr>
        <dsp:cNvPr id="0" name=""/>
        <dsp:cNvSpPr/>
      </dsp:nvSpPr>
      <dsp:spPr>
        <a:xfrm>
          <a:off x="7982735" y="1972881"/>
          <a:ext cx="1912423" cy="12143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Monthly loss occurs</a:t>
          </a:r>
          <a:endParaRPr lang="en-US" sz="1700" kern="1200"/>
        </a:p>
      </dsp:txBody>
      <dsp:txXfrm>
        <a:off x="8018303" y="2008449"/>
        <a:ext cx="1841287" cy="1143252"/>
      </dsp:txXfrm>
    </dsp:sp>
    <dsp:sp modelId="{503B344B-5CC7-E44A-8840-984C90F55002}">
      <dsp:nvSpPr>
        <dsp:cNvPr id="0" name=""/>
        <dsp:cNvSpPr/>
      </dsp:nvSpPr>
      <dsp:spPr>
        <a:xfrm>
          <a:off x="7770244" y="429"/>
          <a:ext cx="1912423" cy="12143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50094-3570-934F-8A38-BD78F86B074E}">
      <dsp:nvSpPr>
        <dsp:cNvPr id="0" name=""/>
        <dsp:cNvSpPr/>
      </dsp:nvSpPr>
      <dsp:spPr>
        <a:xfrm>
          <a:off x="7982735" y="202296"/>
          <a:ext cx="1912423" cy="12143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Provides percentage breakdown of spending</a:t>
          </a:r>
          <a:endParaRPr lang="en-US" sz="1700" kern="1200"/>
        </a:p>
      </dsp:txBody>
      <dsp:txXfrm>
        <a:off x="8018303" y="237864"/>
        <a:ext cx="1841287" cy="11432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A3046-0320-4B22-A072-F9A818FBA76D}">
      <dsp:nvSpPr>
        <dsp:cNvPr id="0" name=""/>
        <dsp:cNvSpPr/>
      </dsp:nvSpPr>
      <dsp:spPr>
        <a:xfrm>
          <a:off x="10784" y="34709"/>
          <a:ext cx="1110765" cy="11107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480D9-E037-41CA-B79F-A5A2916C4CB6}">
      <dsp:nvSpPr>
        <dsp:cNvPr id="0" name=""/>
        <dsp:cNvSpPr/>
      </dsp:nvSpPr>
      <dsp:spPr>
        <a:xfrm>
          <a:off x="10784" y="1279561"/>
          <a:ext cx="3173616" cy="476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b="0" i="0" kern="1200"/>
            <a:t>Inputs:</a:t>
          </a:r>
          <a:endParaRPr lang="en-US" sz="3100" kern="1200"/>
        </a:p>
      </dsp:txBody>
      <dsp:txXfrm>
        <a:off x="10784" y="1279561"/>
        <a:ext cx="3173616" cy="476042"/>
      </dsp:txXfrm>
    </dsp:sp>
    <dsp:sp modelId="{2A637C3B-4A86-4228-882D-1045102420B2}">
      <dsp:nvSpPr>
        <dsp:cNvPr id="0" name=""/>
        <dsp:cNvSpPr/>
      </dsp:nvSpPr>
      <dsp:spPr>
        <a:xfrm>
          <a:off x="10784" y="1817969"/>
          <a:ext cx="3173616" cy="1335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Credit score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Income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Debt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Down payment</a:t>
          </a:r>
          <a:endParaRPr lang="en-US" sz="1700" kern="1200"/>
        </a:p>
      </dsp:txBody>
      <dsp:txXfrm>
        <a:off x="10784" y="1817969"/>
        <a:ext cx="3173616" cy="1335020"/>
      </dsp:txXfrm>
    </dsp:sp>
    <dsp:sp modelId="{A15F5AFB-89E1-4088-BAA2-8FCF93A89B36}">
      <dsp:nvSpPr>
        <dsp:cNvPr id="0" name=""/>
        <dsp:cNvSpPr/>
      </dsp:nvSpPr>
      <dsp:spPr>
        <a:xfrm>
          <a:off x="3739783" y="34709"/>
          <a:ext cx="1110765" cy="11107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B1A9D-2D1F-4AF6-BECD-CB1028FA79D7}">
      <dsp:nvSpPr>
        <dsp:cNvPr id="0" name=""/>
        <dsp:cNvSpPr/>
      </dsp:nvSpPr>
      <dsp:spPr>
        <a:xfrm>
          <a:off x="3739783" y="1279561"/>
          <a:ext cx="3173616" cy="476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b="0" i="0" kern="1200"/>
            <a:t>Calculates:</a:t>
          </a:r>
          <a:endParaRPr lang="en-US" sz="3100" kern="1200"/>
        </a:p>
      </dsp:txBody>
      <dsp:txXfrm>
        <a:off x="3739783" y="1279561"/>
        <a:ext cx="3173616" cy="476042"/>
      </dsp:txXfrm>
    </dsp:sp>
    <dsp:sp modelId="{9FB94A00-89C4-463F-BA3C-F1513118F106}">
      <dsp:nvSpPr>
        <dsp:cNvPr id="0" name=""/>
        <dsp:cNvSpPr/>
      </dsp:nvSpPr>
      <dsp:spPr>
        <a:xfrm>
          <a:off x="3739783" y="1817969"/>
          <a:ext cx="3173616" cy="1335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Interest rate based on credit score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Monthly mortgage payment</a:t>
          </a:r>
          <a:endParaRPr lang="en-US" sz="1700" kern="1200"/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Property tax, insurance, PMI</a:t>
          </a:r>
          <a:endParaRPr lang="en-US" sz="1700" kern="1200"/>
        </a:p>
      </dsp:txBody>
      <dsp:txXfrm>
        <a:off x="3739783" y="1817969"/>
        <a:ext cx="3173616" cy="1335020"/>
      </dsp:txXfrm>
    </dsp:sp>
    <dsp:sp modelId="{C542C647-E1D1-4478-BB54-BA929E9AAA67}">
      <dsp:nvSpPr>
        <dsp:cNvPr id="0" name=""/>
        <dsp:cNvSpPr/>
      </dsp:nvSpPr>
      <dsp:spPr>
        <a:xfrm>
          <a:off x="7468783" y="34709"/>
          <a:ext cx="1110765" cy="11107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BA7C1-170D-4AB3-8EB8-4D0B8F5A0D66}">
      <dsp:nvSpPr>
        <dsp:cNvPr id="0" name=""/>
        <dsp:cNvSpPr/>
      </dsp:nvSpPr>
      <dsp:spPr>
        <a:xfrm>
          <a:off x="7468783" y="1279561"/>
          <a:ext cx="3173616" cy="476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100" b="0" i="0" kern="1200"/>
            <a:t>Outputs:</a:t>
          </a:r>
          <a:endParaRPr lang="en-US" sz="3100" kern="1200"/>
        </a:p>
      </dsp:txBody>
      <dsp:txXfrm>
        <a:off x="7468783" y="1279561"/>
        <a:ext cx="3173616" cy="476042"/>
      </dsp:txXfrm>
    </dsp:sp>
    <dsp:sp modelId="{CADB053B-24D8-4508-B909-9D6D044DE3D4}">
      <dsp:nvSpPr>
        <dsp:cNvPr id="0" name=""/>
        <dsp:cNvSpPr/>
      </dsp:nvSpPr>
      <dsp:spPr>
        <a:xfrm>
          <a:off x="7468783" y="1817969"/>
          <a:ext cx="3173616" cy="1335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Total monthly cost</a:t>
          </a:r>
          <a:endParaRPr lang="en-US" sz="1700" kern="1200"/>
        </a:p>
      </dsp:txBody>
      <dsp:txXfrm>
        <a:off x="7468783" y="1817969"/>
        <a:ext cx="3173616" cy="13350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D36CD-5EEA-2342-8509-BC538D4365E3}">
      <dsp:nvSpPr>
        <dsp:cNvPr id="0" name=""/>
        <dsp:cNvSpPr/>
      </dsp:nvSpPr>
      <dsp:spPr>
        <a:xfrm>
          <a:off x="0" y="3291015"/>
          <a:ext cx="6728905" cy="10801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Provides reasoning behind decisions</a:t>
          </a:r>
          <a:endParaRPr lang="en-US" sz="2000" kern="1200"/>
        </a:p>
      </dsp:txBody>
      <dsp:txXfrm>
        <a:off x="0" y="3291015"/>
        <a:ext cx="6728905" cy="1080184"/>
      </dsp:txXfrm>
    </dsp:sp>
    <dsp:sp modelId="{A10674CA-CBD0-484D-B0D6-D0CB4CCDDF21}">
      <dsp:nvSpPr>
        <dsp:cNvPr id="0" name=""/>
        <dsp:cNvSpPr/>
      </dsp:nvSpPr>
      <dsp:spPr>
        <a:xfrm rot="10800000">
          <a:off x="0" y="1645894"/>
          <a:ext cx="6728905" cy="1661324"/>
        </a:xfrm>
        <a:prstGeom prst="upArrowCallout">
          <a:avLst/>
        </a:prstGeom>
        <a:solidFill>
          <a:schemeClr val="accent2">
            <a:hueOff val="1352948"/>
            <a:satOff val="-23176"/>
            <a:lumOff val="-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Produces:</a:t>
          </a:r>
          <a:endParaRPr lang="en-US" sz="2000" kern="1200"/>
        </a:p>
      </dsp:txBody>
      <dsp:txXfrm rot="-10800000">
        <a:off x="0" y="1645894"/>
        <a:ext cx="6728905" cy="583124"/>
      </dsp:txXfrm>
    </dsp:sp>
    <dsp:sp modelId="{CEDBB1CB-2456-F845-A10F-490C61D915A5}">
      <dsp:nvSpPr>
        <dsp:cNvPr id="0" name=""/>
        <dsp:cNvSpPr/>
      </dsp:nvSpPr>
      <dsp:spPr>
        <a:xfrm>
          <a:off x="0" y="2229018"/>
          <a:ext cx="6728905" cy="49673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Market regime (Risk-On / Risk-Off / Neutral)</a:t>
          </a:r>
          <a:endParaRPr lang="en-US" sz="1300" kern="1200"/>
        </a:p>
      </dsp:txBody>
      <dsp:txXfrm>
        <a:off x="0" y="2229018"/>
        <a:ext cx="6728905" cy="496735"/>
      </dsp:txXfrm>
    </dsp:sp>
    <dsp:sp modelId="{49A78863-33B0-8F44-9E51-CC097D0188A4}">
      <dsp:nvSpPr>
        <dsp:cNvPr id="0" name=""/>
        <dsp:cNvSpPr/>
      </dsp:nvSpPr>
      <dsp:spPr>
        <a:xfrm rot="10800000">
          <a:off x="0" y="772"/>
          <a:ext cx="6728905" cy="1661324"/>
        </a:xfrm>
        <a:prstGeom prst="upArrowCallout">
          <a:avLst/>
        </a:prstGeom>
        <a:solidFill>
          <a:schemeClr val="accent2">
            <a:hueOff val="2705895"/>
            <a:satOff val="-46352"/>
            <a:lumOff val="-19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i="0" kern="1200"/>
            <a:t>Scoring system based on:</a:t>
          </a:r>
          <a:endParaRPr lang="en-US" sz="2000" kern="1200"/>
        </a:p>
      </dsp:txBody>
      <dsp:txXfrm rot="-10800000">
        <a:off x="0" y="772"/>
        <a:ext cx="6728905" cy="583124"/>
      </dsp:txXfrm>
    </dsp:sp>
    <dsp:sp modelId="{625A4999-6D16-E04C-BC7A-97891CC5549F}">
      <dsp:nvSpPr>
        <dsp:cNvPr id="0" name=""/>
        <dsp:cNvSpPr/>
      </dsp:nvSpPr>
      <dsp:spPr>
        <a:xfrm>
          <a:off x="0" y="583897"/>
          <a:ext cx="1682226" cy="496735"/>
        </a:xfrm>
        <a:prstGeom prst="rect">
          <a:avLst/>
        </a:prstGeom>
        <a:solidFill>
          <a:schemeClr val="accent2">
            <a:tint val="40000"/>
            <a:alpha val="90000"/>
            <a:hueOff val="1022074"/>
            <a:satOff val="-13247"/>
            <a:lumOff val="-95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022074"/>
              <a:satOff val="-13247"/>
              <a:lumOff val="-9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Market trend (SPY vs 200-day average)</a:t>
          </a:r>
          <a:endParaRPr lang="en-US" sz="1300" kern="1200"/>
        </a:p>
      </dsp:txBody>
      <dsp:txXfrm>
        <a:off x="0" y="583897"/>
        <a:ext cx="1682226" cy="496735"/>
      </dsp:txXfrm>
    </dsp:sp>
    <dsp:sp modelId="{E6753F83-FE57-A744-90B7-65EE08173510}">
      <dsp:nvSpPr>
        <dsp:cNvPr id="0" name=""/>
        <dsp:cNvSpPr/>
      </dsp:nvSpPr>
      <dsp:spPr>
        <a:xfrm>
          <a:off x="1682226" y="583897"/>
          <a:ext cx="1682226" cy="496735"/>
        </a:xfrm>
        <a:prstGeom prst="rect">
          <a:avLst/>
        </a:prstGeom>
        <a:solidFill>
          <a:schemeClr val="accent2">
            <a:tint val="40000"/>
            <a:alpha val="90000"/>
            <a:hueOff val="2044148"/>
            <a:satOff val="-26494"/>
            <a:lumOff val="-19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044148"/>
              <a:satOff val="-26494"/>
              <a:lumOff val="-19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Volatility (VIX)</a:t>
          </a:r>
          <a:endParaRPr lang="en-US" sz="1300" kern="1200"/>
        </a:p>
      </dsp:txBody>
      <dsp:txXfrm>
        <a:off x="1682226" y="583897"/>
        <a:ext cx="1682226" cy="496735"/>
      </dsp:txXfrm>
    </dsp:sp>
    <dsp:sp modelId="{50542AD6-FCD7-F54E-BF29-6483AC772200}">
      <dsp:nvSpPr>
        <dsp:cNvPr id="0" name=""/>
        <dsp:cNvSpPr/>
      </dsp:nvSpPr>
      <dsp:spPr>
        <a:xfrm>
          <a:off x="3364452" y="583897"/>
          <a:ext cx="1682226" cy="496735"/>
        </a:xfrm>
        <a:prstGeom prst="rect">
          <a:avLst/>
        </a:prstGeom>
        <a:solidFill>
          <a:schemeClr val="accent2">
            <a:tint val="40000"/>
            <a:alpha val="90000"/>
            <a:hueOff val="3066221"/>
            <a:satOff val="-39741"/>
            <a:lumOff val="-286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066221"/>
              <a:satOff val="-39741"/>
              <a:lumOff val="-286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Interest rates</a:t>
          </a:r>
          <a:endParaRPr lang="en-US" sz="1300" kern="1200"/>
        </a:p>
      </dsp:txBody>
      <dsp:txXfrm>
        <a:off x="3364452" y="583897"/>
        <a:ext cx="1682226" cy="496735"/>
      </dsp:txXfrm>
    </dsp:sp>
    <dsp:sp modelId="{FB4BFEE2-8282-F049-9255-EC5CBC4FE719}">
      <dsp:nvSpPr>
        <dsp:cNvPr id="0" name=""/>
        <dsp:cNvSpPr/>
      </dsp:nvSpPr>
      <dsp:spPr>
        <a:xfrm>
          <a:off x="5046678" y="583897"/>
          <a:ext cx="1682226" cy="496735"/>
        </a:xfrm>
        <a:prstGeom prst="rect">
          <a:avLst/>
        </a:prstGeom>
        <a:solidFill>
          <a:schemeClr val="accent2">
            <a:tint val="40000"/>
            <a:alpha val="90000"/>
            <a:hueOff val="4088295"/>
            <a:satOff val="-52988"/>
            <a:lumOff val="-382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4088295"/>
              <a:satOff val="-52988"/>
              <a:lumOff val="-38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Economic strength</a:t>
          </a:r>
          <a:endParaRPr lang="en-US" sz="1300" kern="1200"/>
        </a:p>
      </dsp:txBody>
      <dsp:txXfrm>
        <a:off x="5046678" y="583897"/>
        <a:ext cx="1682226" cy="49673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351E74-3745-473E-AB51-7C65541F83F1}">
      <dsp:nvSpPr>
        <dsp:cNvPr id="0" name=""/>
        <dsp:cNvSpPr/>
      </dsp:nvSpPr>
      <dsp:spPr>
        <a:xfrm>
          <a:off x="461094" y="292520"/>
          <a:ext cx="1435527" cy="143552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703887-E44C-437D-8A2C-28CEA3BF5708}">
      <dsp:nvSpPr>
        <dsp:cNvPr id="0" name=""/>
        <dsp:cNvSpPr/>
      </dsp:nvSpPr>
      <dsp:spPr>
        <a:xfrm>
          <a:off x="767026" y="598452"/>
          <a:ext cx="823663" cy="8236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2EED3-00FC-46DC-BB26-251B837CAC9C}">
      <dsp:nvSpPr>
        <dsp:cNvPr id="0" name=""/>
        <dsp:cNvSpPr/>
      </dsp:nvSpPr>
      <dsp:spPr>
        <a:xfrm>
          <a:off x="2196" y="2175179"/>
          <a:ext cx="23533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0" i="0" kern="1200"/>
            <a:t>Budget analysis example</a:t>
          </a:r>
          <a:endParaRPr lang="en-US" sz="1700" kern="1200"/>
        </a:p>
      </dsp:txBody>
      <dsp:txXfrm>
        <a:off x="2196" y="2175179"/>
        <a:ext cx="2353324" cy="720000"/>
      </dsp:txXfrm>
    </dsp:sp>
    <dsp:sp modelId="{C277DA28-9FF2-4D79-B215-63AED5543108}">
      <dsp:nvSpPr>
        <dsp:cNvPr id="0" name=""/>
        <dsp:cNvSpPr/>
      </dsp:nvSpPr>
      <dsp:spPr>
        <a:xfrm>
          <a:off x="3226250" y="292520"/>
          <a:ext cx="1435527" cy="143552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A71E3C-1699-4435-B760-B8C800DB486B}">
      <dsp:nvSpPr>
        <dsp:cNvPr id="0" name=""/>
        <dsp:cNvSpPr/>
      </dsp:nvSpPr>
      <dsp:spPr>
        <a:xfrm>
          <a:off x="3532182" y="598452"/>
          <a:ext cx="823663" cy="8236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52B74-B870-4FEF-9A48-046E89051221}">
      <dsp:nvSpPr>
        <dsp:cNvPr id="0" name=""/>
        <dsp:cNvSpPr/>
      </dsp:nvSpPr>
      <dsp:spPr>
        <a:xfrm>
          <a:off x="2767352" y="2175179"/>
          <a:ext cx="23533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0" i="0" kern="1200"/>
            <a:t>Mortgage calculation example</a:t>
          </a:r>
          <a:endParaRPr lang="en-US" sz="1700" kern="1200"/>
        </a:p>
      </dsp:txBody>
      <dsp:txXfrm>
        <a:off x="2767352" y="2175179"/>
        <a:ext cx="2353324" cy="720000"/>
      </dsp:txXfrm>
    </dsp:sp>
    <dsp:sp modelId="{B4D902B2-6BA4-4DF6-8449-B315EFB8A427}">
      <dsp:nvSpPr>
        <dsp:cNvPr id="0" name=""/>
        <dsp:cNvSpPr/>
      </dsp:nvSpPr>
      <dsp:spPr>
        <a:xfrm>
          <a:off x="5991406" y="292520"/>
          <a:ext cx="1435527" cy="143552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9BFD6-87F4-4D2F-AE15-E857F05D2A99}">
      <dsp:nvSpPr>
        <dsp:cNvPr id="0" name=""/>
        <dsp:cNvSpPr/>
      </dsp:nvSpPr>
      <dsp:spPr>
        <a:xfrm>
          <a:off x="6297338" y="598452"/>
          <a:ext cx="823663" cy="8236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8DA5F-3752-489E-B1CA-C3FC1F7D8EDE}">
      <dsp:nvSpPr>
        <dsp:cNvPr id="0" name=""/>
        <dsp:cNvSpPr/>
      </dsp:nvSpPr>
      <dsp:spPr>
        <a:xfrm>
          <a:off x="5532507" y="2175179"/>
          <a:ext cx="23533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0" i="0" kern="1200"/>
            <a:t>Investment recommendation example</a:t>
          </a:r>
          <a:endParaRPr lang="en-US" sz="1700" kern="1200"/>
        </a:p>
      </dsp:txBody>
      <dsp:txXfrm>
        <a:off x="5532507" y="2175179"/>
        <a:ext cx="2353324" cy="720000"/>
      </dsp:txXfrm>
    </dsp:sp>
    <dsp:sp modelId="{AE0E5B5E-7695-4CEA-A1C5-54AA6BF2ED89}">
      <dsp:nvSpPr>
        <dsp:cNvPr id="0" name=""/>
        <dsp:cNvSpPr/>
      </dsp:nvSpPr>
      <dsp:spPr>
        <a:xfrm>
          <a:off x="8756561" y="292520"/>
          <a:ext cx="1435527" cy="1435527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740B93-5352-46F8-8CD6-E04A5EDE9575}">
      <dsp:nvSpPr>
        <dsp:cNvPr id="0" name=""/>
        <dsp:cNvSpPr/>
      </dsp:nvSpPr>
      <dsp:spPr>
        <a:xfrm>
          <a:off x="9062493" y="598452"/>
          <a:ext cx="823663" cy="8236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A922F-0150-4FA5-BBD3-DA5745FB1B84}">
      <dsp:nvSpPr>
        <dsp:cNvPr id="0" name=""/>
        <dsp:cNvSpPr/>
      </dsp:nvSpPr>
      <dsp:spPr>
        <a:xfrm>
          <a:off x="8297663" y="2175179"/>
          <a:ext cx="235332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0" i="0" kern="1200"/>
            <a:t>Real-time outputs from user input</a:t>
          </a:r>
          <a:endParaRPr lang="en-US" sz="1700" kern="1200"/>
        </a:p>
      </dsp:txBody>
      <dsp:txXfrm>
        <a:off x="8297663" y="2175179"/>
        <a:ext cx="2353324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0F49DF-C4E3-41DD-B5F2-2B10B6CE4270}">
      <dsp:nvSpPr>
        <dsp:cNvPr id="0" name=""/>
        <dsp:cNvSpPr/>
      </dsp:nvSpPr>
      <dsp:spPr>
        <a:xfrm>
          <a:off x="547592" y="513849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C4720-98C1-435B-9ADE-1D21FC25F843}">
      <dsp:nvSpPr>
        <dsp:cNvPr id="0" name=""/>
        <dsp:cNvSpPr/>
      </dsp:nvSpPr>
      <dsp:spPr>
        <a:xfrm>
          <a:off x="781592" y="747849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FECD6-3201-434D-A604-58508ABED546}">
      <dsp:nvSpPr>
        <dsp:cNvPr id="0" name=""/>
        <dsp:cNvSpPr/>
      </dsp:nvSpPr>
      <dsp:spPr>
        <a:xfrm>
          <a:off x="196591" y="195385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User accounts and data storage</a:t>
          </a:r>
          <a:endParaRPr lang="en-US" sz="1500" kern="1200"/>
        </a:p>
      </dsp:txBody>
      <dsp:txXfrm>
        <a:off x="196591" y="1953850"/>
        <a:ext cx="1800000" cy="720000"/>
      </dsp:txXfrm>
    </dsp:sp>
    <dsp:sp modelId="{8D42A1F6-220F-4C82-BB75-DF3F99954122}">
      <dsp:nvSpPr>
        <dsp:cNvPr id="0" name=""/>
        <dsp:cNvSpPr/>
      </dsp:nvSpPr>
      <dsp:spPr>
        <a:xfrm>
          <a:off x="2662592" y="513849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2B95B7-7AB4-48A3-9416-E220522A096B}">
      <dsp:nvSpPr>
        <dsp:cNvPr id="0" name=""/>
        <dsp:cNvSpPr/>
      </dsp:nvSpPr>
      <dsp:spPr>
        <a:xfrm>
          <a:off x="2896592" y="747849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2A769-16CA-4560-8144-11EA0FEDAC6F}">
      <dsp:nvSpPr>
        <dsp:cNvPr id="0" name=""/>
        <dsp:cNvSpPr/>
      </dsp:nvSpPr>
      <dsp:spPr>
        <a:xfrm>
          <a:off x="2311592" y="195385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Improved UI/UX design</a:t>
          </a:r>
          <a:endParaRPr lang="en-US" sz="1500" kern="1200"/>
        </a:p>
      </dsp:txBody>
      <dsp:txXfrm>
        <a:off x="2311592" y="1953850"/>
        <a:ext cx="1800000" cy="720000"/>
      </dsp:txXfrm>
    </dsp:sp>
    <dsp:sp modelId="{FC0FCB25-BBF5-46CB-A5D8-B81F66574D29}">
      <dsp:nvSpPr>
        <dsp:cNvPr id="0" name=""/>
        <dsp:cNvSpPr/>
      </dsp:nvSpPr>
      <dsp:spPr>
        <a:xfrm>
          <a:off x="4777592" y="513849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32825-569A-4A5E-96C3-7D2D7374E7BB}">
      <dsp:nvSpPr>
        <dsp:cNvPr id="0" name=""/>
        <dsp:cNvSpPr/>
      </dsp:nvSpPr>
      <dsp:spPr>
        <a:xfrm>
          <a:off x="5011592" y="747849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CC3A0-B889-4125-B0E0-CF0994E8C700}">
      <dsp:nvSpPr>
        <dsp:cNvPr id="0" name=""/>
        <dsp:cNvSpPr/>
      </dsp:nvSpPr>
      <dsp:spPr>
        <a:xfrm>
          <a:off x="4426592" y="195385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Mobile-friendly version</a:t>
          </a:r>
          <a:endParaRPr lang="en-US" sz="1500" kern="1200"/>
        </a:p>
      </dsp:txBody>
      <dsp:txXfrm>
        <a:off x="4426592" y="1953850"/>
        <a:ext cx="1800000" cy="720000"/>
      </dsp:txXfrm>
    </dsp:sp>
    <dsp:sp modelId="{86095791-283B-457B-BD04-51AE51A93CBB}">
      <dsp:nvSpPr>
        <dsp:cNvPr id="0" name=""/>
        <dsp:cNvSpPr/>
      </dsp:nvSpPr>
      <dsp:spPr>
        <a:xfrm>
          <a:off x="6892592" y="513849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C826CA-3161-45CC-9462-0B39EA3ADE89}">
      <dsp:nvSpPr>
        <dsp:cNvPr id="0" name=""/>
        <dsp:cNvSpPr/>
      </dsp:nvSpPr>
      <dsp:spPr>
        <a:xfrm>
          <a:off x="7126592" y="747849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B241C-503A-46BF-A904-10D7711DAB1D}">
      <dsp:nvSpPr>
        <dsp:cNvPr id="0" name=""/>
        <dsp:cNvSpPr/>
      </dsp:nvSpPr>
      <dsp:spPr>
        <a:xfrm>
          <a:off x="6541592" y="195385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More financial tools (retirement, taxes, etc.)</a:t>
          </a:r>
          <a:endParaRPr lang="en-US" sz="1500" kern="1200"/>
        </a:p>
      </dsp:txBody>
      <dsp:txXfrm>
        <a:off x="6541592" y="1953850"/>
        <a:ext cx="1800000" cy="720000"/>
      </dsp:txXfrm>
    </dsp:sp>
    <dsp:sp modelId="{B4E63179-A5B1-4DA4-99AA-62A491FFF005}">
      <dsp:nvSpPr>
        <dsp:cNvPr id="0" name=""/>
        <dsp:cNvSpPr/>
      </dsp:nvSpPr>
      <dsp:spPr>
        <a:xfrm>
          <a:off x="9007592" y="513849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8950A-22D9-4C52-AB70-EB411F28FFFE}">
      <dsp:nvSpPr>
        <dsp:cNvPr id="0" name=""/>
        <dsp:cNvSpPr/>
      </dsp:nvSpPr>
      <dsp:spPr>
        <a:xfrm>
          <a:off x="9241592" y="747849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25F377-A891-43E0-A6E6-4D7C6D969537}">
      <dsp:nvSpPr>
        <dsp:cNvPr id="0" name=""/>
        <dsp:cNvSpPr/>
      </dsp:nvSpPr>
      <dsp:spPr>
        <a:xfrm>
          <a:off x="8656592" y="195385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b="0" i="0" kern="1200"/>
            <a:t>Enhanced data visualization</a:t>
          </a:r>
          <a:endParaRPr lang="en-US" sz="1500" kern="1200"/>
        </a:p>
      </dsp:txBody>
      <dsp:txXfrm>
        <a:off x="8656592" y="1953850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DA989-DBF5-C241-8C78-948B2E5511E5}">
      <dsp:nvSpPr>
        <dsp:cNvPr id="0" name=""/>
        <dsp:cNvSpPr/>
      </dsp:nvSpPr>
      <dsp:spPr>
        <a:xfrm>
          <a:off x="0" y="38211"/>
          <a:ext cx="6111737" cy="105234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0" i="0" kern="1200"/>
            <a:t>All-in-one financial decision tool</a:t>
          </a:r>
          <a:endParaRPr lang="en-US" sz="2700" kern="1200"/>
        </a:p>
      </dsp:txBody>
      <dsp:txXfrm>
        <a:off x="51371" y="89582"/>
        <a:ext cx="6008995" cy="949599"/>
      </dsp:txXfrm>
    </dsp:sp>
    <dsp:sp modelId="{28832A95-14C0-E145-BE17-F6C9CC4FE53E}">
      <dsp:nvSpPr>
        <dsp:cNvPr id="0" name=""/>
        <dsp:cNvSpPr/>
      </dsp:nvSpPr>
      <dsp:spPr>
        <a:xfrm>
          <a:off x="0" y="1168313"/>
          <a:ext cx="6111737" cy="1052341"/>
        </a:xfrm>
        <a:prstGeom prst="roundRect">
          <a:avLst/>
        </a:prstGeom>
        <a:solidFill>
          <a:schemeClr val="accent2">
            <a:hueOff val="1352948"/>
            <a:satOff val="-23176"/>
            <a:lumOff val="-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0" i="0" kern="1200"/>
            <a:t>Helps users:</a:t>
          </a:r>
          <a:endParaRPr lang="en-US" sz="2700" kern="1200"/>
        </a:p>
      </dsp:txBody>
      <dsp:txXfrm>
        <a:off x="51371" y="1219684"/>
        <a:ext cx="6008995" cy="949599"/>
      </dsp:txXfrm>
    </dsp:sp>
    <dsp:sp modelId="{1EE9349A-F7D3-6B40-956B-B733FC259234}">
      <dsp:nvSpPr>
        <dsp:cNvPr id="0" name=""/>
        <dsp:cNvSpPr/>
      </dsp:nvSpPr>
      <dsp:spPr>
        <a:xfrm>
          <a:off x="0" y="2220655"/>
          <a:ext cx="6111737" cy="106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048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b="0" i="0" kern="1200"/>
            <a:t>Budget effectively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b="0" i="0" kern="1200"/>
            <a:t>Buy homes responsibly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100" b="0" i="0" kern="1200"/>
            <a:t>Invest wisely</a:t>
          </a:r>
          <a:endParaRPr lang="en-US" sz="2100" kern="1200"/>
        </a:p>
      </dsp:txBody>
      <dsp:txXfrm>
        <a:off x="0" y="2220655"/>
        <a:ext cx="6111737" cy="1061909"/>
      </dsp:txXfrm>
    </dsp:sp>
    <dsp:sp modelId="{F933429A-9444-A045-B13B-9FEB50846FBE}">
      <dsp:nvSpPr>
        <dsp:cNvPr id="0" name=""/>
        <dsp:cNvSpPr/>
      </dsp:nvSpPr>
      <dsp:spPr>
        <a:xfrm>
          <a:off x="0" y="3282565"/>
          <a:ext cx="6111737" cy="1052341"/>
        </a:xfrm>
        <a:prstGeom prst="roundRect">
          <a:avLst/>
        </a:prstGeom>
        <a:solidFill>
          <a:schemeClr val="accent2">
            <a:hueOff val="2705895"/>
            <a:satOff val="-46352"/>
            <a:lumOff val="-19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b="0" i="0" kern="1200"/>
            <a:t>Combines real-world financial logic with usability</a:t>
          </a:r>
          <a:endParaRPr lang="en-US" sz="2700" kern="1200"/>
        </a:p>
      </dsp:txBody>
      <dsp:txXfrm>
        <a:off x="51371" y="3333936"/>
        <a:ext cx="6008995" cy="949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3/28/26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42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3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2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63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207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82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0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45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8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2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3/28/26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5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F048CC-17C9-B246-BF2A-29E51AD1C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6A2F7-208B-B127-A720-5D8810D41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53C4D10E-16D3-5D49-A995-1FD27619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3" name="Cross 12">
            <a:extLst>
              <a:ext uri="{FF2B5EF4-FFF2-40B4-BE49-F238E27FC236}">
                <a16:creationId xmlns:a16="http://schemas.microsoft.com/office/drawing/2014/main" id="{24124FF1-775D-AC4A-81D0-73FC0F54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3E2C7F-F4FF-A94D-ACAE-82823EC88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8BBF2C-A99A-189B-62B1-AD2E47E3A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5" y="1625608"/>
            <a:ext cx="6696951" cy="2722164"/>
          </a:xfrm>
        </p:spPr>
        <p:txBody>
          <a:bodyPr>
            <a:normAutofit/>
          </a:bodyPr>
          <a:lstStyle/>
          <a:p>
            <a:r>
              <a:rPr lang="en-US" dirty="0"/>
              <a:t>Economic Excellence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2E8BF-BF02-A78B-4072-5A1C21717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5" y="4466845"/>
            <a:ext cx="6696951" cy="882904"/>
          </a:xfrm>
        </p:spPr>
        <p:txBody>
          <a:bodyPr>
            <a:normAutofit/>
          </a:bodyPr>
          <a:lstStyle/>
          <a:p>
            <a:r>
              <a:rPr lang="en-US" dirty="0"/>
              <a:t>Zuzanna Whitman, Leo Nelson, Trevor DeVries, Eric Johnson</a:t>
            </a:r>
          </a:p>
        </p:txBody>
      </p:sp>
    </p:spTree>
    <p:extLst>
      <p:ext uri="{BB962C8B-B14F-4D97-AF65-F5344CB8AC3E}">
        <p14:creationId xmlns:p14="http://schemas.microsoft.com/office/powerpoint/2010/main" val="3027861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E3F42-2D11-5530-28D7-BB327B32A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344711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Financial Survival Web App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B9AAF-3BFF-3546-915C-8BDE34AD7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90012D5C-1270-714B-AFB4-7E632827B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B137B1-4B48-47EB-6CBD-FC4932DC88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1920796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275003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F3678-96F5-B1F0-22A6-72B7006BD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192" y="1204721"/>
            <a:ext cx="4133647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B6374-B5B1-4C41-A0A1-E45A37280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193" y="2691638"/>
            <a:ext cx="4133647" cy="31885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500" dirty="0"/>
              <a:t>Many people struggle with:</a:t>
            </a:r>
          </a:p>
          <a:p>
            <a:pPr marL="457200" indent="-457200">
              <a:lnSpc>
                <a:spcPct val="90000"/>
              </a:lnSpc>
              <a:buFont typeface="+mj-lt"/>
              <a:buAutoNum type="alphaLcParenR"/>
            </a:pPr>
            <a:r>
              <a:rPr lang="en-GB" sz="1500" dirty="0"/>
              <a:t>Managing monthly budgets</a:t>
            </a:r>
          </a:p>
          <a:p>
            <a:pPr marL="457200" indent="-457200">
              <a:lnSpc>
                <a:spcPct val="90000"/>
              </a:lnSpc>
              <a:buFont typeface="+mj-lt"/>
              <a:buAutoNum type="alphaLcParenR"/>
            </a:pPr>
            <a:r>
              <a:rPr lang="en-GB" sz="1500" dirty="0"/>
              <a:t>Understanding mortgage affordability</a:t>
            </a:r>
          </a:p>
          <a:p>
            <a:pPr marL="457200" indent="-457200">
              <a:lnSpc>
                <a:spcPct val="90000"/>
              </a:lnSpc>
              <a:buFont typeface="+mj-lt"/>
              <a:buAutoNum type="alphaLcParenR"/>
            </a:pPr>
            <a:r>
              <a:rPr lang="en-GB" sz="1500" dirty="0"/>
              <a:t>Knowing when to invest</a:t>
            </a:r>
          </a:p>
          <a:p>
            <a:pPr marL="0" indent="0">
              <a:lnSpc>
                <a:spcPct val="90000"/>
              </a:lnSpc>
              <a:buNone/>
            </a:pPr>
            <a:endParaRPr lang="en-GB" sz="15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500" dirty="0"/>
              <a:t>Financial tools are often:</a:t>
            </a:r>
          </a:p>
          <a:p>
            <a:pPr marL="457200" indent="-457200">
              <a:lnSpc>
                <a:spcPct val="90000"/>
              </a:lnSpc>
              <a:buFont typeface="+mj-lt"/>
              <a:buAutoNum type="alphaLcParenR"/>
            </a:pPr>
            <a:r>
              <a:rPr lang="en-GB" sz="1500" dirty="0"/>
              <a:t>Too complex</a:t>
            </a:r>
          </a:p>
          <a:p>
            <a:pPr marL="457200" indent="-457200">
              <a:lnSpc>
                <a:spcPct val="90000"/>
              </a:lnSpc>
              <a:buFont typeface="+mj-lt"/>
              <a:buAutoNum type="alphaLcParenR"/>
            </a:pPr>
            <a:r>
              <a:rPr lang="en-GB" sz="1500" dirty="0"/>
              <a:t>Not personalized</a:t>
            </a:r>
          </a:p>
          <a:p>
            <a:pPr marL="457200" indent="-457200">
              <a:lnSpc>
                <a:spcPct val="90000"/>
              </a:lnSpc>
              <a:buFont typeface="+mj-lt"/>
              <a:buAutoNum type="alphaLcParenR"/>
            </a:pPr>
            <a:r>
              <a:rPr lang="en-GB" sz="1500" dirty="0"/>
              <a:t>Spread across multiple platforms</a:t>
            </a:r>
          </a:p>
          <a:p>
            <a:pPr>
              <a:lnSpc>
                <a:spcPct val="90000"/>
              </a:lnSpc>
            </a:pPr>
            <a:endParaRPr lang="en-US" sz="1500" dirty="0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32603E2E-F0DF-F0B1-9079-18B2E0E5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74" r="2807" b="-1"/>
          <a:stretch>
            <a:fillRect/>
          </a:stretch>
        </p:blipFill>
        <p:spPr>
          <a:xfrm>
            <a:off x="20" y="10"/>
            <a:ext cx="6967738" cy="6857990"/>
          </a:xfrm>
          <a:prstGeom prst="rect">
            <a:avLst/>
          </a:prstGeom>
        </p:spPr>
      </p:pic>
      <p:sp>
        <p:nvSpPr>
          <p:cNvPr id="22" name="Cross 21">
            <a:extLst>
              <a:ext uri="{FF2B5EF4-FFF2-40B4-BE49-F238E27FC236}">
                <a16:creationId xmlns:a16="http://schemas.microsoft.com/office/drawing/2014/main" id="{A12C7CBA-A034-9548-BC45-D37C25C00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032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49ED22-D9F5-F848-A98A-7181D4EE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33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CD37-DF9C-76AA-C853-6DD2E978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effectLst/>
                <a:latin typeface="-webkit-standard"/>
              </a:rPr>
              <a:t>Our Solution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EA1AF1-94F1-8B64-5CF8-EB458B88A1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150" y="2691638"/>
          <a:ext cx="8267296" cy="3188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433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6AD6D-33DF-B4D7-EC5B-CB4BCB0A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4114799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Key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029F1-FC20-5CE3-A0DB-2425DBC1E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4114799" cy="3188586"/>
          </a:xfrm>
        </p:spPr>
        <p:txBody>
          <a:bodyPr>
            <a:normAutofit/>
          </a:bodyPr>
          <a:lstStyle/>
          <a:p>
            <a:r>
              <a:rPr lang="en-GB" dirty="0"/>
              <a:t>Budget Analyzer</a:t>
            </a:r>
          </a:p>
          <a:p>
            <a:r>
              <a:rPr lang="en-GB" dirty="0"/>
              <a:t>Mortgage Calculator</a:t>
            </a:r>
          </a:p>
          <a:p>
            <a:r>
              <a:rPr lang="en-GB" dirty="0"/>
              <a:t>Investment Decision Tool</a:t>
            </a:r>
          </a:p>
          <a:p>
            <a:r>
              <a:rPr lang="en-GB" dirty="0"/>
              <a:t>Financial Health Score</a:t>
            </a:r>
            <a:endParaRPr lang="en-US" dirty="0"/>
          </a:p>
        </p:txBody>
      </p:sp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C73EA894-9F5B-BC44-BCAF-6A022E0054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181" b="-1"/>
          <a:stretch>
            <a:fillRect/>
          </a:stretch>
        </p:blipFill>
        <p:spPr>
          <a:xfrm>
            <a:off x="5224242" y="10"/>
            <a:ext cx="6967758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EAB1217A-7C36-3A41-8536-BC68C4521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0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3274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6E490-000D-8ED1-AA49-F36FEEA2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System Architecture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B01E3A-233D-859E-BD25-3754EF556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106520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586177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D8369-8002-B48B-FF79-679CEF046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000" y="1204721"/>
            <a:ext cx="4133840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Budget Analyzer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270DB-3A9C-4DC0-2997-2BC740FC0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0" y="2301493"/>
            <a:ext cx="4278085" cy="357873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i="0" dirty="0">
                <a:effectLst/>
              </a:rPr>
              <a:t>Categorizes expenses: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Needs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Wants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Savings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i="0" dirty="0">
                <a:effectLst/>
              </a:rPr>
              <a:t>Calculates: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Monthly income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Total expenses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Remaining balance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i="0" dirty="0">
                <a:effectLst/>
              </a:rPr>
              <a:t>Determines: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Risk level (Low / Medium / High)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1" i="0" dirty="0">
                <a:effectLst/>
              </a:rPr>
              <a:t>Includes: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600" b="0" i="0" dirty="0">
                <a:effectLst/>
              </a:rPr>
              <a:t>Crisis mode for emergency budgeting</a:t>
            </a:r>
          </a:p>
          <a:p>
            <a:pPr>
              <a:lnSpc>
                <a:spcPct val="90000"/>
              </a:lnSpc>
            </a:pPr>
            <a:endParaRPr lang="en-US" sz="1000" dirty="0"/>
          </a:p>
        </p:txBody>
      </p:sp>
      <p:pic>
        <p:nvPicPr>
          <p:cNvPr id="7" name="Graphic 6" descr="Pie chart">
            <a:extLst>
              <a:ext uri="{FF2B5EF4-FFF2-40B4-BE49-F238E27FC236}">
                <a16:creationId xmlns:a16="http://schemas.microsoft.com/office/drawing/2014/main" id="{6D55D287-7E28-7063-A903-ABDD8CA4D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5863" y="1497220"/>
            <a:ext cx="4127230" cy="4127230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7B768144-4A9A-EF4F-89C6-859C48A1A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05290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3F0DEE-0C91-A94B-BED4-444EDE341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4542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58F92-11CB-46E6-29A8-5A056204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Budget Logic Highlights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ross 35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E5824E8-B106-FCFB-0F10-D683FC28E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731378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96463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16277-2B1E-DE39-A47F-2DBAD3A9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Mortgage Calculator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6A440E-8589-E5A7-8038-88C78267AD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8472113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4562079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367E596-6364-884D-8ECA-DABD757BD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ut-out of a house with shadow at the back">
            <a:extLst>
              <a:ext uri="{FF2B5EF4-FFF2-40B4-BE49-F238E27FC236}">
                <a16:creationId xmlns:a16="http://schemas.microsoft.com/office/drawing/2014/main" id="{5B768BE9-CB08-E255-8154-6F4E5B78D9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2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">
            <a:extLst>
              <a:ext uri="{FF2B5EF4-FFF2-40B4-BE49-F238E27FC236}">
                <a16:creationId xmlns:a16="http://schemas.microsoft.com/office/drawing/2014/main" id="{6C7511A4-6FBF-0246-AB44-3B819A707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0549940" cy="6858000"/>
          </a:xfrm>
          <a:prstGeom prst="rect">
            <a:avLst/>
          </a:prstGeom>
          <a:gradFill flip="none" rotWithShape="1">
            <a:gsLst>
              <a:gs pos="32000">
                <a:schemeClr val="bg1">
                  <a:alpha val="67000"/>
                </a:schemeClr>
              </a:gs>
              <a:gs pos="0">
                <a:schemeClr val="bg1">
                  <a:alpha val="55000"/>
                </a:schemeClr>
              </a:gs>
              <a:gs pos="99000">
                <a:schemeClr val="bg1">
                  <a:alpha val="5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857F1F-17F7-9144-8BBA-AD63FC0AA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2A19B1-3A55-3EBF-3A07-462730B18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Mortgage Intelligence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7FE7-806E-C879-6FA5-0150493DB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8267296" cy="31885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Applies real-world rules: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28% housing rule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36% total debt rule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Determines: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Whether a home is affordable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Calculates: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Maximum affordable home price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Uses realistic financial formulas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D56D3E8-B102-DF4E-8F6F-48B290222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4250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39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BB321-4645-BEB7-7FB1-51C78A569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192" y="1204721"/>
            <a:ext cx="4133647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Investment Decision Tool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25E01-5DCC-9E2F-E0AE-E750A223D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193" y="2691638"/>
            <a:ext cx="4133647" cy="318858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700" b="1" i="0" dirty="0">
                <a:effectLst/>
              </a:rPr>
              <a:t>Uses real-time market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</a:rPr>
              <a:t>S&amp;P 500 (SPY)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</a:rPr>
              <a:t>VIX (volatility index)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</a:rPr>
              <a:t>Interest 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</a:rPr>
              <a:t>Unemployment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dirty="0" err="1">
                <a:effectLst/>
              </a:rPr>
              <a:t>Analyzes</a:t>
            </a:r>
            <a:r>
              <a:rPr lang="en-GB" sz="1700" b="1" i="0" dirty="0">
                <a:effectLst/>
              </a:rPr>
              <a:t> market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dirty="0">
                <a:effectLst/>
              </a:rPr>
              <a:t>Generates a recommendation: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700" b="0" i="0" dirty="0">
                <a:effectLst/>
              </a:rPr>
              <a:t>BUY / SELL / HOLD</a:t>
            </a:r>
          </a:p>
          <a:p>
            <a:endParaRPr lang="en-US" sz="1700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20F1E7F7-2ABF-4836-4EB9-C07CE5822B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04" r="17281" b="-1"/>
          <a:stretch>
            <a:fillRect/>
          </a:stretch>
        </p:blipFill>
        <p:spPr>
          <a:xfrm>
            <a:off x="20" y="10"/>
            <a:ext cx="6967738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A12C7CBA-A034-9548-BC45-D37C25C00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032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ED22-D9F5-F848-A98A-7181D4EE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99260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ACB26-05DD-C7F7-E671-24980882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0"/>
            <a:ext cx="3198777" cy="4344711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Investment Logic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B9AAF-3BFF-3546-915C-8BDE34AD7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90012D5C-1270-714B-AFB4-7E632827B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30A2A9-9E90-7BFB-81A5-B69A1DC099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3464307"/>
              </p:ext>
            </p:extLst>
          </p:nvPr>
        </p:nvGraphicFramePr>
        <p:xfrm>
          <a:off x="4489428" y="1508251"/>
          <a:ext cx="6728905" cy="4371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186915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52010-DE7B-EA69-B8B7-8B11B3E5F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192" y="1204721"/>
            <a:ext cx="4133647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Financial Health Score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B8A2C-8AF8-2E05-8ABA-F6016625E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193" y="2691638"/>
            <a:ext cx="4133647" cy="31885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Calculates: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Monthly survival duration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Based on: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Income vs expenses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Outputs: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Score (0–100)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Helps users understand financial stability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A40E3963-2345-B006-9F1D-2ADE572F79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181" b="-1"/>
          <a:stretch>
            <a:fillRect/>
          </a:stretch>
        </p:blipFill>
        <p:spPr>
          <a:xfrm>
            <a:off x="20" y="10"/>
            <a:ext cx="6967738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A12C7CBA-A034-9548-BC45-D37C25C00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032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ED22-D9F5-F848-A98A-7181D4EE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9113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93BA1-6C6D-C7AE-AA79-98784C964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4114799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Interest-Based Decision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5FDB8-1B7A-411B-D552-81D1B70F3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2691638"/>
            <a:ext cx="4114799" cy="318858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Simple rule-based system: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High interest → Invest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Low interest → Wait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Demonstrates basic financial decision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</a:rPr>
              <a:t>Supports investment feature</a:t>
            </a:r>
          </a:p>
          <a:p>
            <a:endParaRPr lang="en-US" dirty="0"/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3389FFDF-CD6F-406E-7692-12128326D1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75" r="17957" b="1"/>
          <a:stretch>
            <a:fillRect/>
          </a:stretch>
        </p:blipFill>
        <p:spPr>
          <a:xfrm>
            <a:off x="5224242" y="10"/>
            <a:ext cx="6967758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EAB1217A-7C36-3A41-8536-BC68C45210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6810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A5172B-100A-154D-8648-280629D6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3527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F4846C-813F-A79D-0C6B-49746FAF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Live Demonstration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AD0E64-04FA-ED77-20A9-62ED49E0DD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9665318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944296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8F7FF-5880-478D-CD24-609721E5D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192" y="1204721"/>
            <a:ext cx="4133647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691A2-BA1B-465F-C1DD-5C652AE59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193" y="2691638"/>
            <a:ext cx="4133647" cy="318858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Integrating multiple features into one app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Connecting frontend and backend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Handling user input validation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Working with external APIs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2200" b="0" i="0" dirty="0">
                <a:effectLst/>
              </a:rPr>
              <a:t>Maintaining realistic financial logic</a:t>
            </a:r>
          </a:p>
          <a:p>
            <a:pPr>
              <a:lnSpc>
                <a:spcPct val="90000"/>
              </a:lnSpc>
            </a:pPr>
            <a:endParaRPr lang="en-US" sz="2200" dirty="0"/>
          </a:p>
        </p:txBody>
      </p:sp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70EF72C9-7941-0899-CD77-25213FCE5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4" r="37786"/>
          <a:stretch>
            <a:fillRect/>
          </a:stretch>
        </p:blipFill>
        <p:spPr>
          <a:xfrm>
            <a:off x="20" y="10"/>
            <a:ext cx="6967738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A12C7CBA-A034-9548-BC45-D37C25C00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032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ED22-D9F5-F848-A98A-7181D4EE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414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449B02-99BB-EAB9-1D80-63B63428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Future Improvements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1CD9BE-93F1-ED44-946B-8354D74B0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ross 15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54DF93-5B9D-61B7-102C-2E11E7F47F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2484094"/>
              </p:ext>
            </p:extLst>
          </p:nvPr>
        </p:nvGraphicFramePr>
        <p:xfrm>
          <a:off x="565149" y="2692400"/>
          <a:ext cx="10653184" cy="3187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580129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EF72E-9A56-3A45-8ADA-E6F93BA8E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96772"/>
            <a:ext cx="4175133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F0A90-50A4-8C45-33A6-F5662DCD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508250"/>
            <a:ext cx="3198777" cy="4024885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Conclusion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E6E09-FCB0-5F41-8BAE-C0581D54B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D269DB01-9C3C-7841-B8E8-6FDFEF70C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7701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6D2257-276A-2F8F-8E3D-E84401E4C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483024"/>
              </p:ext>
            </p:extLst>
          </p:nvPr>
        </p:nvGraphicFramePr>
        <p:xfrm>
          <a:off x="5106596" y="1508251"/>
          <a:ext cx="6111737" cy="43731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248381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9E3846-8D0B-B14A-817A-7FAC9DDAB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9AA82-88ED-39A8-5059-425378BD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192" y="1204721"/>
            <a:ext cx="4133647" cy="1446550"/>
          </a:xfrm>
        </p:spPr>
        <p:txBody>
          <a:bodyPr>
            <a:normAutofit/>
          </a:bodyPr>
          <a:lstStyle/>
          <a:p>
            <a:r>
              <a:rPr lang="en-GB" b="0" i="0" u="none" strike="noStrike" dirty="0">
                <a:effectLst/>
                <a:latin typeface="-webkit-standard"/>
              </a:rPr>
              <a:t>Questions?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95BC-974F-7FCF-7384-41C61928A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193" y="2691638"/>
            <a:ext cx="4133647" cy="318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0" i="0" dirty="0">
                <a:effectLst/>
              </a:rPr>
              <a:t>Thank you!</a:t>
            </a:r>
          </a:p>
          <a:p>
            <a:endParaRPr lang="en-US" dirty="0"/>
          </a:p>
        </p:txBody>
      </p:sp>
      <p:pic>
        <p:nvPicPr>
          <p:cNvPr id="5" name="Picture 4" descr="Different coloured question marks">
            <a:extLst>
              <a:ext uri="{FF2B5EF4-FFF2-40B4-BE49-F238E27FC236}">
                <a16:creationId xmlns:a16="http://schemas.microsoft.com/office/drawing/2014/main" id="{7BC548B6-237C-2818-8AEB-F30225A48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69" r="23381"/>
          <a:stretch>
            <a:fillRect/>
          </a:stretch>
        </p:blipFill>
        <p:spPr>
          <a:xfrm>
            <a:off x="20" y="10"/>
            <a:ext cx="6967738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A12C7CBA-A034-9548-BC45-D37C25C00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032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49ED22-D9F5-F848-A98A-7181D4EE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3666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3439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494</Words>
  <Application>Microsoft Macintosh PowerPoint</Application>
  <PresentationFormat>Widescreen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-webkit-standard</vt:lpstr>
      <vt:lpstr>Arial</vt:lpstr>
      <vt:lpstr>Avenir Next</vt:lpstr>
      <vt:lpstr>Seaford Display</vt:lpstr>
      <vt:lpstr>System Font Regular</vt:lpstr>
      <vt:lpstr>Tenorite</vt:lpstr>
      <vt:lpstr>MadridVTI</vt:lpstr>
      <vt:lpstr>Economic Excellence</vt:lpstr>
      <vt:lpstr>Financial Survival Web App</vt:lpstr>
      <vt:lpstr>The Problem</vt:lpstr>
      <vt:lpstr>Our Solution</vt:lpstr>
      <vt:lpstr>Key Features</vt:lpstr>
      <vt:lpstr>System Architecture</vt:lpstr>
      <vt:lpstr>Budget Analyzer</vt:lpstr>
      <vt:lpstr>Budget Logic Highlights</vt:lpstr>
      <vt:lpstr>Mortgage Calculator</vt:lpstr>
      <vt:lpstr>Mortgage Intelligence</vt:lpstr>
      <vt:lpstr>Investment Decision Tool</vt:lpstr>
      <vt:lpstr>Investment Logic</vt:lpstr>
      <vt:lpstr>Financial Health Score</vt:lpstr>
      <vt:lpstr>Interest-Based Decision Model</vt:lpstr>
      <vt:lpstr>Live Demonstration</vt:lpstr>
      <vt:lpstr>Challenges</vt:lpstr>
      <vt:lpstr>Future Improvements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Wieczorek, Zuzanna (wiec0814@vandals.uidaho.edu)</dc:creator>
  <cp:lastModifiedBy>Wieczorek, Zuzanna (wiec0814@vandals.uidaho.edu)</cp:lastModifiedBy>
  <cp:revision>1</cp:revision>
  <dcterms:created xsi:type="dcterms:W3CDTF">2026-03-28T22:18:58Z</dcterms:created>
  <dcterms:modified xsi:type="dcterms:W3CDTF">2026-03-28T22:40:47Z</dcterms:modified>
</cp:coreProperties>
</file>